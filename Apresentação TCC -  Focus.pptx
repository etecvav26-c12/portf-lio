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" charset="1" panose="00000500000000000000"/>
      <p:regular r:id="rId21"/>
    </p:embeddedFont>
    <p:embeddedFont>
      <p:font typeface="Montserrat Medium" charset="1" panose="00000600000000000000"/>
      <p:regular r:id="rId22"/>
    </p:embeddedFont>
    <p:embeddedFont>
      <p:font typeface="Montserrat Bold" charset="1" panose="00000800000000000000"/>
      <p:regular r:id="rId23"/>
    </p:embeddedFont>
    <p:embeddedFont>
      <p:font typeface="Montserrat" charset="1" panose="00000500000000000000"/>
      <p:regular r:id="rId24"/>
    </p:embeddedFont>
    <p:embeddedFont>
      <p:font typeface="Montserrat Heavy" charset="1" panose="00000A00000000000000"/>
      <p:regular r:id="rId25"/>
    </p:embeddedFont>
    <p:embeddedFont>
      <p:font typeface="Open Sans Bold" charset="1" panose="020B0806030504020204"/>
      <p:regular r:id="rId26"/>
    </p:embeddedFont>
    <p:embeddedFont>
      <p:font typeface="Open Sans" charset="1" panose="020B0606030504020204"/>
      <p:regular r:id="rId27"/>
    </p:embeddedFont>
    <p:embeddedFont>
      <p:font typeface="Montserrat Semi-Bold" charset="1" panose="00000700000000000000"/>
      <p:regular r:id="rId28"/>
    </p:embeddedFont>
    <p:embeddedFont>
      <p:font typeface="League Spartan" charset="1" panose="00000800000000000000"/>
      <p:regular r:id="rId29"/>
    </p:embeddedFont>
    <p:embeddedFont>
      <p:font typeface="Inter Bold" charset="1" panose="02000503000000020004"/>
      <p:regular r:id="rId30"/>
    </p:embeddedFont>
    <p:embeddedFont>
      <p:font typeface="Inter" charset="1" panose="02000503000000020004"/>
      <p:regular r:id="rId31"/>
    </p:embeddedFont>
    <p:embeddedFont>
      <p:font typeface="Poppins Bold" charset="1" panose="000008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jpe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png" Type="http://schemas.openxmlformats.org/officeDocument/2006/relationships/image"/><Relationship Id="rId17" Target="../media/image44.png" Type="http://schemas.openxmlformats.org/officeDocument/2006/relationships/image"/><Relationship Id="rId18" Target="../media/image45.png" Type="http://schemas.openxmlformats.org/officeDocument/2006/relationships/image"/><Relationship Id="rId19" Target="../media/image46.png" Type="http://schemas.openxmlformats.org/officeDocument/2006/relationships/image"/><Relationship Id="rId2" Target="../media/image23.png" Type="http://schemas.openxmlformats.org/officeDocument/2006/relationships/image"/><Relationship Id="rId20" Target="../media/image47.png" Type="http://schemas.openxmlformats.org/officeDocument/2006/relationships/image"/><Relationship Id="rId21" Target="../media/image48.png" Type="http://schemas.openxmlformats.org/officeDocument/2006/relationships/image"/><Relationship Id="rId22" Target="../media/image49.png" Type="http://schemas.openxmlformats.org/officeDocument/2006/relationships/image"/><Relationship Id="rId23" Target="../media/image50.png" Type="http://schemas.openxmlformats.org/officeDocument/2006/relationships/image"/><Relationship Id="rId3" Target="../media/image24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11" Target="../media/image58.png" Type="http://schemas.openxmlformats.org/officeDocument/2006/relationships/image"/><Relationship Id="rId12" Target="../media/image39.png" Type="http://schemas.openxmlformats.org/officeDocument/2006/relationships/image"/><Relationship Id="rId13" Target="../media/image59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41.png" Type="http://schemas.openxmlformats.org/officeDocument/2006/relationships/image"/><Relationship Id="rId12" Target="../media/image42.png" Type="http://schemas.openxmlformats.org/officeDocument/2006/relationships/image"/><Relationship Id="rId13" Target="../media/image43.png" Type="http://schemas.openxmlformats.org/officeDocument/2006/relationships/image"/><Relationship Id="rId14" Target="../media/image65.png" Type="http://schemas.openxmlformats.org/officeDocument/2006/relationships/image"/><Relationship Id="rId15" Target="../media/image66.png" Type="http://schemas.openxmlformats.org/officeDocument/2006/relationships/image"/><Relationship Id="rId16" Target="../media/image48.png" Type="http://schemas.openxmlformats.org/officeDocument/2006/relationships/image"/><Relationship Id="rId17" Target="../media/image67.png" Type="http://schemas.openxmlformats.org/officeDocument/2006/relationships/image"/><Relationship Id="rId18" Target="../media/image68.png" Type="http://schemas.openxmlformats.org/officeDocument/2006/relationships/image"/><Relationship Id="rId19" Target="../media/image69.png" Type="http://schemas.openxmlformats.org/officeDocument/2006/relationships/image"/><Relationship Id="rId2" Target="../media/image23.png" Type="http://schemas.openxmlformats.org/officeDocument/2006/relationships/image"/><Relationship Id="rId20" Target="../media/image70.png" Type="http://schemas.openxmlformats.org/officeDocument/2006/relationships/image"/><Relationship Id="rId21" Target="../media/image71.png" Type="http://schemas.openxmlformats.org/officeDocument/2006/relationships/image"/><Relationship Id="rId22" Target="../media/image72.png" Type="http://schemas.openxmlformats.org/officeDocument/2006/relationships/image"/><Relationship Id="rId3" Target="../media/image37.jpe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3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636" y="514985"/>
            <a:ext cx="8006710" cy="704503"/>
            <a:chOff x="0" y="0"/>
            <a:chExt cx="2108763" cy="185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8763" cy="185548"/>
            </a:xfrm>
            <a:custGeom>
              <a:avLst/>
              <a:gdLst/>
              <a:ahLst/>
              <a:cxnLst/>
              <a:rect r="r" b="b" t="t" l="l"/>
              <a:pathLst>
                <a:path h="185548" w="2108763">
                  <a:moveTo>
                    <a:pt x="0" y="0"/>
                  </a:moveTo>
                  <a:lnTo>
                    <a:pt x="2108763" y="0"/>
                  </a:lnTo>
                  <a:lnTo>
                    <a:pt x="2108763" y="185548"/>
                  </a:lnTo>
                  <a:lnTo>
                    <a:pt x="0" y="185548"/>
                  </a:lnTo>
                  <a:close/>
                </a:path>
              </a:pathLst>
            </a:custGeom>
            <a:solidFill>
              <a:srgbClr val="E5FD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8763" cy="22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423187"/>
            <a:ext cx="8636839" cy="3395736"/>
            <a:chOff x="0" y="0"/>
            <a:chExt cx="11515786" cy="45276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14683" cy="4527648"/>
            </a:xfrm>
            <a:custGeom>
              <a:avLst/>
              <a:gdLst/>
              <a:ahLst/>
              <a:cxnLst/>
              <a:rect r="r" b="b" t="t" l="l"/>
              <a:pathLst>
                <a:path h="4527648" w="11214683">
                  <a:moveTo>
                    <a:pt x="0" y="0"/>
                  </a:moveTo>
                  <a:lnTo>
                    <a:pt x="11214683" y="0"/>
                  </a:lnTo>
                  <a:lnTo>
                    <a:pt x="11214683" y="4527648"/>
                  </a:lnTo>
                  <a:lnTo>
                    <a:pt x="0" y="4527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2376" t="-139794" r="-30576" b="-163829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1108643" y="0"/>
              <a:ext cx="407143" cy="407143"/>
            </a:xfrm>
            <a:custGeom>
              <a:avLst/>
              <a:gdLst/>
              <a:ahLst/>
              <a:cxnLst/>
              <a:rect r="r" b="b" t="t" l="l"/>
              <a:pathLst>
                <a:path h="407143" w="407143">
                  <a:moveTo>
                    <a:pt x="0" y="0"/>
                  </a:moveTo>
                  <a:lnTo>
                    <a:pt x="407143" y="0"/>
                  </a:lnTo>
                  <a:lnTo>
                    <a:pt x="407143" y="407143"/>
                  </a:lnTo>
                  <a:lnTo>
                    <a:pt x="0" y="407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1226" y="569422"/>
            <a:ext cx="7036848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2F7F"/>
                </a:solidFill>
                <a:latin typeface="Poppins"/>
                <a:ea typeface="Poppins"/>
                <a:cs typeface="Poppins"/>
                <a:sym typeface="Poppins"/>
              </a:rPr>
              <a:t>Etec Vasco Antônio Venchiarutti</a:t>
            </a:r>
            <a:r>
              <a:rPr lang="en-US" sz="2800">
                <a:solidFill>
                  <a:srgbClr val="002F7F"/>
                </a:solidFill>
                <a:latin typeface="Poppins"/>
                <a:ea typeface="Poppins"/>
                <a:cs typeface="Poppins"/>
                <a:sym typeface="Poppins"/>
              </a:rPr>
              <a:t> |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5699" y="5964819"/>
            <a:ext cx="6919374" cy="126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396">
                <a:solidFill>
                  <a:srgbClr val="E9E9E9"/>
                </a:solidFill>
                <a:latin typeface="Poppins"/>
                <a:ea typeface="Poppins"/>
                <a:cs typeface="Poppins"/>
                <a:sym typeface="Poppins"/>
              </a:rPr>
              <a:t>Protótipo de Sistema Web para Organização de Tarefas e Monitoramento de Estudos com Gamificação e Recompensas Educacionais</a:t>
            </a:r>
          </a:p>
        </p:txBody>
      </p:sp>
      <p:sp>
        <p:nvSpPr>
          <p:cNvPr name="Freeform 10" id="10"/>
          <p:cNvSpPr/>
          <p:nvPr/>
        </p:nvSpPr>
        <p:spPr>
          <a:xfrm flipH="false" flipV="true" rot="0">
            <a:off x="10243410" y="7433851"/>
            <a:ext cx="3873647" cy="3873647"/>
          </a:xfrm>
          <a:custGeom>
            <a:avLst/>
            <a:gdLst/>
            <a:ahLst/>
            <a:cxnLst/>
            <a:rect r="r" b="b" t="t" l="l"/>
            <a:pathLst>
              <a:path h="3873647" w="3873647">
                <a:moveTo>
                  <a:pt x="0" y="3873647"/>
                </a:moveTo>
                <a:lnTo>
                  <a:pt x="3873648" y="3873647"/>
                </a:lnTo>
                <a:lnTo>
                  <a:pt x="3873648" y="0"/>
                </a:lnTo>
                <a:lnTo>
                  <a:pt x="0" y="0"/>
                </a:lnTo>
                <a:lnTo>
                  <a:pt x="0" y="387364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414353" y="3206627"/>
            <a:ext cx="3873647" cy="3873647"/>
          </a:xfrm>
          <a:custGeom>
            <a:avLst/>
            <a:gdLst/>
            <a:ahLst/>
            <a:cxnLst/>
            <a:rect r="r" b="b" t="t" l="l"/>
            <a:pathLst>
              <a:path h="3873647" w="3873647">
                <a:moveTo>
                  <a:pt x="3873647" y="3873647"/>
                </a:moveTo>
                <a:lnTo>
                  <a:pt x="0" y="3873647"/>
                </a:lnTo>
                <a:lnTo>
                  <a:pt x="0" y="0"/>
                </a:lnTo>
                <a:lnTo>
                  <a:pt x="3873647" y="0"/>
                </a:lnTo>
                <a:lnTo>
                  <a:pt x="3873647" y="387364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4414353" y="7433851"/>
            <a:ext cx="3873647" cy="3873647"/>
          </a:xfrm>
          <a:custGeom>
            <a:avLst/>
            <a:gdLst/>
            <a:ahLst/>
            <a:cxnLst/>
            <a:rect r="r" b="b" t="t" l="l"/>
            <a:pathLst>
              <a:path h="3873647" w="3873647">
                <a:moveTo>
                  <a:pt x="3873647" y="0"/>
                </a:moveTo>
                <a:lnTo>
                  <a:pt x="0" y="0"/>
                </a:lnTo>
                <a:lnTo>
                  <a:pt x="0" y="3873647"/>
                </a:lnTo>
                <a:lnTo>
                  <a:pt x="3873647" y="3873647"/>
                </a:lnTo>
                <a:lnTo>
                  <a:pt x="387364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14353" y="-1020498"/>
            <a:ext cx="3873647" cy="3873647"/>
          </a:xfrm>
          <a:custGeom>
            <a:avLst/>
            <a:gdLst/>
            <a:ahLst/>
            <a:cxnLst/>
            <a:rect r="r" b="b" t="t" l="l"/>
            <a:pathLst>
              <a:path h="3873647" w="3873647">
                <a:moveTo>
                  <a:pt x="0" y="0"/>
                </a:moveTo>
                <a:lnTo>
                  <a:pt x="3873647" y="0"/>
                </a:lnTo>
                <a:lnTo>
                  <a:pt x="3873647" y="3873647"/>
                </a:lnTo>
                <a:lnTo>
                  <a:pt x="0" y="3873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55699" y="7768511"/>
            <a:ext cx="486249" cy="206444"/>
            <a:chOff x="0" y="0"/>
            <a:chExt cx="128066" cy="543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66" cy="54372"/>
            </a:xfrm>
            <a:custGeom>
              <a:avLst/>
              <a:gdLst/>
              <a:ahLst/>
              <a:cxnLst/>
              <a:rect r="r" b="b" t="t" l="l"/>
              <a:pathLst>
                <a:path h="54372" w="128066">
                  <a:moveTo>
                    <a:pt x="0" y="0"/>
                  </a:moveTo>
                  <a:lnTo>
                    <a:pt x="128066" y="0"/>
                  </a:lnTo>
                  <a:lnTo>
                    <a:pt x="128066" y="54372"/>
                  </a:lnTo>
                  <a:lnTo>
                    <a:pt x="0" y="54372"/>
                  </a:lnTo>
                  <a:close/>
                </a:path>
              </a:pathLst>
            </a:custGeom>
            <a:solidFill>
              <a:srgbClr val="E5FD6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8066" cy="101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55699" y="8517880"/>
            <a:ext cx="9046142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899" spc="32" b="true">
                <a:solidFill>
                  <a:srgbClr val="E5FD6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By </a:t>
            </a:r>
            <a:r>
              <a:rPr lang="en-US" b="true" sz="1899" spc="32">
                <a:solidFill>
                  <a:srgbClr val="E5FD6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Lavínia Santiago, Mariana Generoso e Rafaela Brocco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9892682" y="3034126"/>
            <a:ext cx="18742242" cy="1648708"/>
            <a:chOff x="0" y="0"/>
            <a:chExt cx="4936228" cy="434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229" cy="434228"/>
            </a:xfrm>
            <a:custGeom>
              <a:avLst/>
              <a:gdLst/>
              <a:ahLst/>
              <a:cxnLst/>
              <a:rect r="r" b="b" t="t" l="l"/>
              <a:pathLst>
                <a:path h="434228" w="4936229">
                  <a:moveTo>
                    <a:pt x="0" y="0"/>
                  </a:moveTo>
                  <a:lnTo>
                    <a:pt x="4936229" y="0"/>
                  </a:lnTo>
                  <a:lnTo>
                    <a:pt x="4936229" y="434228"/>
                  </a:lnTo>
                  <a:lnTo>
                    <a:pt x="0" y="434228"/>
                  </a:lnTo>
                  <a:close/>
                </a:path>
              </a:pathLst>
            </a:custGeom>
            <a:solidFill>
              <a:srgbClr val="E5FD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36228" cy="472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831311"/>
            <a:ext cx="10909896" cy="153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27" b="true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Cenário Digital: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Expan</a:t>
            </a: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são das</a:t>
            </a: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 Tecnologias Digitais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Maior Acesso ao Conhecimento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33500"/>
            <a:ext cx="16230600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472" b="true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Con</a:t>
            </a:r>
            <a:r>
              <a:rPr lang="en-US" b="true" sz="8000" spc="-472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textualização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386437" y="3055101"/>
            <a:ext cx="7025263" cy="3493578"/>
            <a:chOff x="0" y="0"/>
            <a:chExt cx="2312290" cy="11498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2289" cy="1149873"/>
            </a:xfrm>
            <a:custGeom>
              <a:avLst/>
              <a:gdLst/>
              <a:ahLst/>
              <a:cxnLst/>
              <a:rect r="r" b="b" t="t" l="l"/>
              <a:pathLst>
                <a:path h="1149873" w="2312289">
                  <a:moveTo>
                    <a:pt x="27550" y="0"/>
                  </a:moveTo>
                  <a:lnTo>
                    <a:pt x="2284739" y="0"/>
                  </a:lnTo>
                  <a:cubicBezTo>
                    <a:pt x="2292046" y="0"/>
                    <a:pt x="2299053" y="2903"/>
                    <a:pt x="2304220" y="8069"/>
                  </a:cubicBezTo>
                  <a:cubicBezTo>
                    <a:pt x="2309387" y="13236"/>
                    <a:pt x="2312289" y="20243"/>
                    <a:pt x="2312289" y="27550"/>
                  </a:cubicBezTo>
                  <a:lnTo>
                    <a:pt x="2312289" y="1122323"/>
                  </a:lnTo>
                  <a:cubicBezTo>
                    <a:pt x="2312289" y="1129630"/>
                    <a:pt x="2309387" y="1136637"/>
                    <a:pt x="2304220" y="1141804"/>
                  </a:cubicBezTo>
                  <a:cubicBezTo>
                    <a:pt x="2299053" y="1146971"/>
                    <a:pt x="2292046" y="1149873"/>
                    <a:pt x="2284739" y="1149873"/>
                  </a:cubicBezTo>
                  <a:lnTo>
                    <a:pt x="27550" y="1149873"/>
                  </a:lnTo>
                  <a:cubicBezTo>
                    <a:pt x="20243" y="1149873"/>
                    <a:pt x="13236" y="1146971"/>
                    <a:pt x="8069" y="1141804"/>
                  </a:cubicBezTo>
                  <a:cubicBezTo>
                    <a:pt x="2903" y="1136637"/>
                    <a:pt x="0" y="1129630"/>
                    <a:pt x="0" y="1122323"/>
                  </a:cubicBezTo>
                  <a:lnTo>
                    <a:pt x="0" y="27550"/>
                  </a:lnTo>
                  <a:cubicBezTo>
                    <a:pt x="0" y="20243"/>
                    <a:pt x="2903" y="13236"/>
                    <a:pt x="8069" y="8069"/>
                  </a:cubicBezTo>
                  <a:cubicBezTo>
                    <a:pt x="13236" y="2903"/>
                    <a:pt x="20243" y="0"/>
                    <a:pt x="27550" y="0"/>
                  </a:cubicBezTo>
                  <a:close/>
                </a:path>
              </a:pathLst>
            </a:custGeom>
            <a:solidFill>
              <a:srgbClr val="002F7F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12290" cy="1187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34037" y="2897986"/>
            <a:ext cx="7025263" cy="3493578"/>
            <a:chOff x="0" y="0"/>
            <a:chExt cx="2312290" cy="11498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2289" cy="1149873"/>
            </a:xfrm>
            <a:custGeom>
              <a:avLst/>
              <a:gdLst/>
              <a:ahLst/>
              <a:cxnLst/>
              <a:rect r="r" b="b" t="t" l="l"/>
              <a:pathLst>
                <a:path h="1149873" w="2312289">
                  <a:moveTo>
                    <a:pt x="27550" y="0"/>
                  </a:moveTo>
                  <a:lnTo>
                    <a:pt x="2284739" y="0"/>
                  </a:lnTo>
                  <a:cubicBezTo>
                    <a:pt x="2292046" y="0"/>
                    <a:pt x="2299053" y="2903"/>
                    <a:pt x="2304220" y="8069"/>
                  </a:cubicBezTo>
                  <a:cubicBezTo>
                    <a:pt x="2309387" y="13236"/>
                    <a:pt x="2312289" y="20243"/>
                    <a:pt x="2312289" y="27550"/>
                  </a:cubicBezTo>
                  <a:lnTo>
                    <a:pt x="2312289" y="1122323"/>
                  </a:lnTo>
                  <a:cubicBezTo>
                    <a:pt x="2312289" y="1129630"/>
                    <a:pt x="2309387" y="1136637"/>
                    <a:pt x="2304220" y="1141804"/>
                  </a:cubicBezTo>
                  <a:cubicBezTo>
                    <a:pt x="2299053" y="1146971"/>
                    <a:pt x="2292046" y="1149873"/>
                    <a:pt x="2284739" y="1149873"/>
                  </a:cubicBezTo>
                  <a:lnTo>
                    <a:pt x="27550" y="1149873"/>
                  </a:lnTo>
                  <a:cubicBezTo>
                    <a:pt x="20243" y="1149873"/>
                    <a:pt x="13236" y="1146971"/>
                    <a:pt x="8069" y="1141804"/>
                  </a:cubicBezTo>
                  <a:cubicBezTo>
                    <a:pt x="2903" y="1136637"/>
                    <a:pt x="0" y="1129630"/>
                    <a:pt x="0" y="1122323"/>
                  </a:cubicBezTo>
                  <a:lnTo>
                    <a:pt x="0" y="27550"/>
                  </a:lnTo>
                  <a:cubicBezTo>
                    <a:pt x="0" y="20243"/>
                    <a:pt x="2903" y="13236"/>
                    <a:pt x="8069" y="8069"/>
                  </a:cubicBezTo>
                  <a:cubicBezTo>
                    <a:pt x="13236" y="2903"/>
                    <a:pt x="20243" y="0"/>
                    <a:pt x="27550" y="0"/>
                  </a:cubicBezTo>
                  <a:close/>
                </a:path>
              </a:pathLst>
            </a:custGeom>
            <a:solidFill>
              <a:srgbClr val="E5FD64"/>
            </a:solidFill>
            <a:ln w="47625" cap="rnd">
              <a:solidFill>
                <a:srgbClr val="002F7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12290" cy="1187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65495" y="3652910"/>
            <a:ext cx="6362347" cy="1983731"/>
            <a:chOff x="0" y="0"/>
            <a:chExt cx="8483130" cy="2644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14300"/>
              <a:ext cx="744670" cy="635000"/>
            </a:xfrm>
            <a:custGeom>
              <a:avLst/>
              <a:gdLst/>
              <a:ahLst/>
              <a:cxnLst/>
              <a:rect r="r" b="b" t="t" l="l"/>
              <a:pathLst>
                <a:path h="635000" w="744670">
                  <a:moveTo>
                    <a:pt x="0" y="0"/>
                  </a:moveTo>
                  <a:lnTo>
                    <a:pt x="744670" y="0"/>
                  </a:lnTo>
                  <a:lnTo>
                    <a:pt x="744670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189170" y="-57150"/>
              <a:ext cx="7293960" cy="270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60"/>
                </a:lnSpc>
                <a:spcBef>
                  <a:spcPct val="0"/>
                </a:spcBef>
              </a:pPr>
              <a:r>
                <a:rPr lang="en-US" b="true" sz="2900">
                  <a:solidFill>
                    <a:srgbClr val="002F7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Dado Alarmante: </a:t>
              </a:r>
              <a:r>
                <a:rPr lang="en-US" sz="2900">
                  <a:solidFill>
                    <a:srgbClr val="002F7F"/>
                  </a:solidFill>
                  <a:latin typeface="Open Sans"/>
                  <a:ea typeface="Open Sans"/>
                  <a:cs typeface="Open Sans"/>
                  <a:sym typeface="Open Sans"/>
                </a:rPr>
                <a:t>1 em cada 3 estudantes de São Paulo relata dificuldades de concentração (Jovem Pan, 2024).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7202805"/>
            <a:ext cx="16230600" cy="20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2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Lacuna das Ferramentas Atuais: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Limitações das Ferramentas Atuais (Notion, Google Agenda)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Ne</a:t>
            </a: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cessidade de Motivação e Engajamento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Integração entre Organização e Incentivo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017058"/>
            <a:ext cx="10909896" cy="153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27" b="true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</a:t>
            </a:r>
            <a:r>
              <a:rPr lang="en-US" b="true" sz="2799" spc="2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afio do Estudante: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Falta de Organização na Rotina de Estudos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rocrastinação e Baixa Constância</a:t>
            </a:r>
          </a:p>
        </p:txBody>
      </p:sp>
      <p:sp>
        <p:nvSpPr>
          <p:cNvPr name="Freeform 18" id="18"/>
          <p:cNvSpPr/>
          <p:nvPr/>
        </p:nvSpPr>
        <p:spPr>
          <a:xfrm flipH="false" flipV="true" rot="0">
            <a:off x="14506831" y="8462796"/>
            <a:ext cx="2335371" cy="2335371"/>
          </a:xfrm>
          <a:custGeom>
            <a:avLst/>
            <a:gdLst/>
            <a:ahLst/>
            <a:cxnLst/>
            <a:rect r="r" b="b" t="t" l="l"/>
            <a:pathLst>
              <a:path h="2335371" w="2335371">
                <a:moveTo>
                  <a:pt x="0" y="2335371"/>
                </a:moveTo>
                <a:lnTo>
                  <a:pt x="2335371" y="2335371"/>
                </a:lnTo>
                <a:lnTo>
                  <a:pt x="2335371" y="0"/>
                </a:lnTo>
                <a:lnTo>
                  <a:pt x="0" y="0"/>
                </a:lnTo>
                <a:lnTo>
                  <a:pt x="0" y="2335371"/>
                </a:lnTo>
                <a:close/>
              </a:path>
            </a:pathLst>
          </a:custGeom>
          <a:blipFill>
            <a:blip r:embed="rId4">
              <a:alphaModFix amt="7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0">
            <a:off x="17013482" y="6127425"/>
            <a:ext cx="2335371" cy="2335371"/>
          </a:xfrm>
          <a:custGeom>
            <a:avLst/>
            <a:gdLst/>
            <a:ahLst/>
            <a:cxnLst/>
            <a:rect r="r" b="b" t="t" l="l"/>
            <a:pathLst>
              <a:path h="2335371" w="2335371">
                <a:moveTo>
                  <a:pt x="2335371" y="2335371"/>
                </a:moveTo>
                <a:lnTo>
                  <a:pt x="0" y="2335371"/>
                </a:lnTo>
                <a:lnTo>
                  <a:pt x="0" y="0"/>
                </a:lnTo>
                <a:lnTo>
                  <a:pt x="2335371" y="0"/>
                </a:lnTo>
                <a:lnTo>
                  <a:pt x="2335371" y="2335371"/>
                </a:lnTo>
                <a:close/>
              </a:path>
            </a:pathLst>
          </a:custGeom>
          <a:blipFill>
            <a:blip r:embed="rId4">
              <a:alphaModFix amt="7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7013482" y="8735700"/>
            <a:ext cx="2335371" cy="2335371"/>
          </a:xfrm>
          <a:custGeom>
            <a:avLst/>
            <a:gdLst/>
            <a:ahLst/>
            <a:cxnLst/>
            <a:rect r="r" b="b" t="t" l="l"/>
            <a:pathLst>
              <a:path h="2335371" w="2335371">
                <a:moveTo>
                  <a:pt x="2335371" y="0"/>
                </a:moveTo>
                <a:lnTo>
                  <a:pt x="0" y="0"/>
                </a:lnTo>
                <a:lnTo>
                  <a:pt x="0" y="2335371"/>
                </a:lnTo>
                <a:lnTo>
                  <a:pt x="2335371" y="2335371"/>
                </a:lnTo>
                <a:lnTo>
                  <a:pt x="2335371" y="0"/>
                </a:lnTo>
                <a:close/>
              </a:path>
            </a:pathLst>
          </a:custGeom>
          <a:blipFill>
            <a:blip r:embed="rId4">
              <a:alphaModFix amt="7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237590" y="1996399"/>
            <a:ext cx="18742242" cy="1648708"/>
            <a:chOff x="0" y="0"/>
            <a:chExt cx="4936228" cy="434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229" cy="434228"/>
            </a:xfrm>
            <a:custGeom>
              <a:avLst/>
              <a:gdLst/>
              <a:ahLst/>
              <a:cxnLst/>
              <a:rect r="r" b="b" t="t" l="l"/>
              <a:pathLst>
                <a:path h="434228" w="4936229">
                  <a:moveTo>
                    <a:pt x="0" y="0"/>
                  </a:moveTo>
                  <a:lnTo>
                    <a:pt x="4936229" y="0"/>
                  </a:lnTo>
                  <a:lnTo>
                    <a:pt x="4936229" y="434228"/>
                  </a:lnTo>
                  <a:lnTo>
                    <a:pt x="0" y="434228"/>
                  </a:lnTo>
                  <a:close/>
                </a:path>
              </a:pathLst>
            </a:custGeom>
            <a:solidFill>
              <a:srgbClr val="E5FD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36228" cy="472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03781" y="3258619"/>
            <a:ext cx="3166598" cy="3166598"/>
          </a:xfrm>
          <a:custGeom>
            <a:avLst/>
            <a:gdLst/>
            <a:ahLst/>
            <a:cxnLst/>
            <a:rect r="r" b="b" t="t" l="l"/>
            <a:pathLst>
              <a:path h="3166598" w="3166598">
                <a:moveTo>
                  <a:pt x="0" y="0"/>
                </a:moveTo>
                <a:lnTo>
                  <a:pt x="3166598" y="0"/>
                </a:lnTo>
                <a:lnTo>
                  <a:pt x="3166598" y="3166599"/>
                </a:lnTo>
                <a:lnTo>
                  <a:pt x="0" y="3166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33500"/>
            <a:ext cx="16230600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472" b="true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Problema de P</a:t>
            </a:r>
            <a:r>
              <a:rPr lang="en-US" b="true" sz="8000" spc="-472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esquisa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31311"/>
            <a:ext cx="10909896" cy="257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27" b="true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Muitos estudantes enfrentam dificuldades para: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Organizar tarefas e compromissos acadêmicos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Gerenciar o tempo de estudo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Manter uma rotina consistente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Permanecer motivado</a:t>
            </a: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s ao longo do tempo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6340081"/>
            <a:ext cx="786563" cy="0"/>
          </a:xfrm>
          <a:prstGeom prst="line">
            <a:avLst/>
          </a:prstGeom>
          <a:ln cap="rnd" w="76200">
            <a:solidFill>
              <a:srgbClr val="002F7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9" id="9"/>
          <p:cNvSpPr txBox="true"/>
          <p:nvPr/>
        </p:nvSpPr>
        <p:spPr>
          <a:xfrm rot="0">
            <a:off x="2029576" y="5818111"/>
            <a:ext cx="10874205" cy="96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600" spc="26">
                <a:solidFill>
                  <a:srgbClr val="002F7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 ferramentas atuais auxiliam na organização, mas oferecem poucos mecanismos de incentivo e engajamento...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8160" y="7202805"/>
            <a:ext cx="16230600" cy="20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2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Questão Norteadora</a:t>
            </a:r>
          </a:p>
          <a:p>
            <a:pPr algn="l">
              <a:lnSpc>
                <a:spcPts val="4199"/>
              </a:lnSpc>
            </a:pP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Como desenvolver uma plataforma que auxilie estudantes na organização dos estudos e aumente sua motivação e constância por meio da gamificação e de recompensas educacionais?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13460" y="4962842"/>
            <a:ext cx="6107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237590" y="1996399"/>
            <a:ext cx="18742242" cy="1648708"/>
            <a:chOff x="0" y="0"/>
            <a:chExt cx="4936228" cy="434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229" cy="434228"/>
            </a:xfrm>
            <a:custGeom>
              <a:avLst/>
              <a:gdLst/>
              <a:ahLst/>
              <a:cxnLst/>
              <a:rect r="r" b="b" t="t" l="l"/>
              <a:pathLst>
                <a:path h="434228" w="4936229">
                  <a:moveTo>
                    <a:pt x="0" y="0"/>
                  </a:moveTo>
                  <a:lnTo>
                    <a:pt x="4936229" y="0"/>
                  </a:lnTo>
                  <a:lnTo>
                    <a:pt x="4936229" y="434228"/>
                  </a:lnTo>
                  <a:lnTo>
                    <a:pt x="0" y="434228"/>
                  </a:lnTo>
                  <a:close/>
                </a:path>
              </a:pathLst>
            </a:custGeom>
            <a:solidFill>
              <a:srgbClr val="E5FD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36228" cy="472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202685"/>
            <a:ext cx="5238531" cy="1899597"/>
            <a:chOff x="0" y="0"/>
            <a:chExt cx="1693621" cy="6141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93621" cy="614141"/>
            </a:xfrm>
            <a:custGeom>
              <a:avLst/>
              <a:gdLst/>
              <a:ahLst/>
              <a:cxnLst/>
              <a:rect r="r" b="b" t="t" l="l"/>
              <a:pathLst>
                <a:path h="614141" w="1693621">
                  <a:moveTo>
                    <a:pt x="26602" y="0"/>
                  </a:moveTo>
                  <a:lnTo>
                    <a:pt x="1667019" y="0"/>
                  </a:lnTo>
                  <a:cubicBezTo>
                    <a:pt x="1674074" y="0"/>
                    <a:pt x="1680841" y="2803"/>
                    <a:pt x="1685829" y="7791"/>
                  </a:cubicBezTo>
                  <a:cubicBezTo>
                    <a:pt x="1690818" y="12780"/>
                    <a:pt x="1693621" y="19547"/>
                    <a:pt x="1693621" y="26602"/>
                  </a:cubicBezTo>
                  <a:lnTo>
                    <a:pt x="1693621" y="587539"/>
                  </a:lnTo>
                  <a:cubicBezTo>
                    <a:pt x="1693621" y="594594"/>
                    <a:pt x="1690818" y="601361"/>
                    <a:pt x="1685829" y="606350"/>
                  </a:cubicBezTo>
                  <a:cubicBezTo>
                    <a:pt x="1680841" y="611338"/>
                    <a:pt x="1674074" y="614141"/>
                    <a:pt x="1667019" y="614141"/>
                  </a:cubicBezTo>
                  <a:lnTo>
                    <a:pt x="26602" y="614141"/>
                  </a:lnTo>
                  <a:cubicBezTo>
                    <a:pt x="19547" y="614141"/>
                    <a:pt x="12780" y="611338"/>
                    <a:pt x="7791" y="606350"/>
                  </a:cubicBezTo>
                  <a:cubicBezTo>
                    <a:pt x="2803" y="601361"/>
                    <a:pt x="0" y="594594"/>
                    <a:pt x="0" y="587539"/>
                  </a:cubicBezTo>
                  <a:lnTo>
                    <a:pt x="0" y="26602"/>
                  </a:lnTo>
                  <a:cubicBezTo>
                    <a:pt x="0" y="19547"/>
                    <a:pt x="2803" y="12780"/>
                    <a:pt x="7791" y="7791"/>
                  </a:cubicBezTo>
                  <a:cubicBezTo>
                    <a:pt x="12780" y="2803"/>
                    <a:pt x="19547" y="0"/>
                    <a:pt x="26602" y="0"/>
                  </a:cubicBezTo>
                  <a:close/>
                </a:path>
              </a:pathLst>
            </a:custGeom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93621" cy="652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82071" y="5202685"/>
            <a:ext cx="5238531" cy="1899597"/>
            <a:chOff x="0" y="0"/>
            <a:chExt cx="1693621" cy="6141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3621" cy="614141"/>
            </a:xfrm>
            <a:custGeom>
              <a:avLst/>
              <a:gdLst/>
              <a:ahLst/>
              <a:cxnLst/>
              <a:rect r="r" b="b" t="t" l="l"/>
              <a:pathLst>
                <a:path h="614141" w="1693621">
                  <a:moveTo>
                    <a:pt x="26602" y="0"/>
                  </a:moveTo>
                  <a:lnTo>
                    <a:pt x="1667019" y="0"/>
                  </a:lnTo>
                  <a:cubicBezTo>
                    <a:pt x="1674074" y="0"/>
                    <a:pt x="1680841" y="2803"/>
                    <a:pt x="1685829" y="7791"/>
                  </a:cubicBezTo>
                  <a:cubicBezTo>
                    <a:pt x="1690818" y="12780"/>
                    <a:pt x="1693621" y="19547"/>
                    <a:pt x="1693621" y="26602"/>
                  </a:cubicBezTo>
                  <a:lnTo>
                    <a:pt x="1693621" y="587539"/>
                  </a:lnTo>
                  <a:cubicBezTo>
                    <a:pt x="1693621" y="594594"/>
                    <a:pt x="1690818" y="601361"/>
                    <a:pt x="1685829" y="606350"/>
                  </a:cubicBezTo>
                  <a:cubicBezTo>
                    <a:pt x="1680841" y="611338"/>
                    <a:pt x="1674074" y="614141"/>
                    <a:pt x="1667019" y="614141"/>
                  </a:cubicBezTo>
                  <a:lnTo>
                    <a:pt x="26602" y="614141"/>
                  </a:lnTo>
                  <a:cubicBezTo>
                    <a:pt x="19547" y="614141"/>
                    <a:pt x="12780" y="611338"/>
                    <a:pt x="7791" y="606350"/>
                  </a:cubicBezTo>
                  <a:cubicBezTo>
                    <a:pt x="2803" y="601361"/>
                    <a:pt x="0" y="594594"/>
                    <a:pt x="0" y="587539"/>
                  </a:cubicBezTo>
                  <a:lnTo>
                    <a:pt x="0" y="26602"/>
                  </a:lnTo>
                  <a:cubicBezTo>
                    <a:pt x="0" y="19547"/>
                    <a:pt x="2803" y="12780"/>
                    <a:pt x="7791" y="7791"/>
                  </a:cubicBezTo>
                  <a:cubicBezTo>
                    <a:pt x="12780" y="2803"/>
                    <a:pt x="19547" y="0"/>
                    <a:pt x="26602" y="0"/>
                  </a:cubicBezTo>
                  <a:close/>
                </a:path>
              </a:pathLst>
            </a:custGeom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93621" cy="652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7462052"/>
            <a:ext cx="7976268" cy="1796248"/>
            <a:chOff x="0" y="0"/>
            <a:chExt cx="2578733" cy="5807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78733" cy="580728"/>
            </a:xfrm>
            <a:custGeom>
              <a:avLst/>
              <a:gdLst/>
              <a:ahLst/>
              <a:cxnLst/>
              <a:rect r="r" b="b" t="t" l="l"/>
              <a:pathLst>
                <a:path h="580728" w="2578733">
                  <a:moveTo>
                    <a:pt x="17471" y="0"/>
                  </a:moveTo>
                  <a:lnTo>
                    <a:pt x="2561262" y="0"/>
                  </a:lnTo>
                  <a:cubicBezTo>
                    <a:pt x="2570911" y="0"/>
                    <a:pt x="2578733" y="7822"/>
                    <a:pt x="2578733" y="17471"/>
                  </a:cubicBezTo>
                  <a:lnTo>
                    <a:pt x="2578733" y="563257"/>
                  </a:lnTo>
                  <a:cubicBezTo>
                    <a:pt x="2578733" y="572906"/>
                    <a:pt x="2570911" y="580728"/>
                    <a:pt x="2561262" y="580728"/>
                  </a:cubicBezTo>
                  <a:lnTo>
                    <a:pt x="17471" y="580728"/>
                  </a:lnTo>
                  <a:cubicBezTo>
                    <a:pt x="7822" y="580728"/>
                    <a:pt x="0" y="572906"/>
                    <a:pt x="0" y="563257"/>
                  </a:cubicBezTo>
                  <a:lnTo>
                    <a:pt x="0" y="17471"/>
                  </a:lnTo>
                  <a:cubicBezTo>
                    <a:pt x="0" y="7822"/>
                    <a:pt x="7822" y="0"/>
                    <a:pt x="17471" y="0"/>
                  </a:cubicBezTo>
                  <a:close/>
                </a:path>
              </a:pathLst>
            </a:custGeom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78733" cy="618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44334" y="7462052"/>
            <a:ext cx="7976268" cy="1796248"/>
            <a:chOff x="0" y="0"/>
            <a:chExt cx="2578733" cy="5807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78733" cy="580728"/>
            </a:xfrm>
            <a:custGeom>
              <a:avLst/>
              <a:gdLst/>
              <a:ahLst/>
              <a:cxnLst/>
              <a:rect r="r" b="b" t="t" l="l"/>
              <a:pathLst>
                <a:path h="580728" w="2578733">
                  <a:moveTo>
                    <a:pt x="17471" y="0"/>
                  </a:moveTo>
                  <a:lnTo>
                    <a:pt x="2561262" y="0"/>
                  </a:lnTo>
                  <a:cubicBezTo>
                    <a:pt x="2570911" y="0"/>
                    <a:pt x="2578733" y="7822"/>
                    <a:pt x="2578733" y="17471"/>
                  </a:cubicBezTo>
                  <a:lnTo>
                    <a:pt x="2578733" y="563257"/>
                  </a:lnTo>
                  <a:cubicBezTo>
                    <a:pt x="2578733" y="572906"/>
                    <a:pt x="2570911" y="580728"/>
                    <a:pt x="2561262" y="580728"/>
                  </a:cubicBezTo>
                  <a:lnTo>
                    <a:pt x="17471" y="580728"/>
                  </a:lnTo>
                  <a:cubicBezTo>
                    <a:pt x="7822" y="580728"/>
                    <a:pt x="0" y="572906"/>
                    <a:pt x="0" y="563257"/>
                  </a:cubicBezTo>
                  <a:lnTo>
                    <a:pt x="0" y="17471"/>
                  </a:lnTo>
                  <a:cubicBezTo>
                    <a:pt x="0" y="7822"/>
                    <a:pt x="7822" y="0"/>
                    <a:pt x="17471" y="0"/>
                  </a:cubicBezTo>
                  <a:close/>
                </a:path>
              </a:pathLst>
            </a:custGeom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78733" cy="618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05385" y="5202685"/>
            <a:ext cx="5238531" cy="1899597"/>
            <a:chOff x="0" y="0"/>
            <a:chExt cx="1693621" cy="6141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93621" cy="614141"/>
            </a:xfrm>
            <a:custGeom>
              <a:avLst/>
              <a:gdLst/>
              <a:ahLst/>
              <a:cxnLst/>
              <a:rect r="r" b="b" t="t" l="l"/>
              <a:pathLst>
                <a:path h="614141" w="1693621">
                  <a:moveTo>
                    <a:pt x="26602" y="0"/>
                  </a:moveTo>
                  <a:lnTo>
                    <a:pt x="1667019" y="0"/>
                  </a:lnTo>
                  <a:cubicBezTo>
                    <a:pt x="1674074" y="0"/>
                    <a:pt x="1680841" y="2803"/>
                    <a:pt x="1685829" y="7791"/>
                  </a:cubicBezTo>
                  <a:cubicBezTo>
                    <a:pt x="1690818" y="12780"/>
                    <a:pt x="1693621" y="19547"/>
                    <a:pt x="1693621" y="26602"/>
                  </a:cubicBezTo>
                  <a:lnTo>
                    <a:pt x="1693621" y="587539"/>
                  </a:lnTo>
                  <a:cubicBezTo>
                    <a:pt x="1693621" y="594594"/>
                    <a:pt x="1690818" y="601361"/>
                    <a:pt x="1685829" y="606350"/>
                  </a:cubicBezTo>
                  <a:cubicBezTo>
                    <a:pt x="1680841" y="611338"/>
                    <a:pt x="1674074" y="614141"/>
                    <a:pt x="1667019" y="614141"/>
                  </a:cubicBezTo>
                  <a:lnTo>
                    <a:pt x="26602" y="614141"/>
                  </a:lnTo>
                  <a:cubicBezTo>
                    <a:pt x="19547" y="614141"/>
                    <a:pt x="12780" y="611338"/>
                    <a:pt x="7791" y="606350"/>
                  </a:cubicBezTo>
                  <a:cubicBezTo>
                    <a:pt x="2803" y="601361"/>
                    <a:pt x="0" y="594594"/>
                    <a:pt x="0" y="587539"/>
                  </a:cubicBezTo>
                  <a:lnTo>
                    <a:pt x="0" y="26602"/>
                  </a:lnTo>
                  <a:cubicBezTo>
                    <a:pt x="0" y="19547"/>
                    <a:pt x="2803" y="12780"/>
                    <a:pt x="7791" y="7791"/>
                  </a:cubicBezTo>
                  <a:cubicBezTo>
                    <a:pt x="12780" y="2803"/>
                    <a:pt x="19547" y="0"/>
                    <a:pt x="26602" y="0"/>
                  </a:cubicBezTo>
                  <a:close/>
                </a:path>
              </a:pathLst>
            </a:custGeom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93621" cy="652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5202685"/>
            <a:ext cx="5238531" cy="257895"/>
            <a:chOff x="0" y="0"/>
            <a:chExt cx="1693621" cy="833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93621" cy="83378"/>
            </a:xfrm>
            <a:custGeom>
              <a:avLst/>
              <a:gdLst/>
              <a:ahLst/>
              <a:cxnLst/>
              <a:rect r="r" b="b" t="t" l="l"/>
              <a:pathLst>
                <a:path h="83378" w="1693621">
                  <a:moveTo>
                    <a:pt x="26602" y="0"/>
                  </a:moveTo>
                  <a:lnTo>
                    <a:pt x="1667019" y="0"/>
                  </a:lnTo>
                  <a:cubicBezTo>
                    <a:pt x="1674074" y="0"/>
                    <a:pt x="1680841" y="2803"/>
                    <a:pt x="1685829" y="7791"/>
                  </a:cubicBezTo>
                  <a:cubicBezTo>
                    <a:pt x="1690818" y="12780"/>
                    <a:pt x="1693621" y="19547"/>
                    <a:pt x="1693621" y="26602"/>
                  </a:cubicBezTo>
                  <a:lnTo>
                    <a:pt x="1693621" y="56776"/>
                  </a:lnTo>
                  <a:cubicBezTo>
                    <a:pt x="1693621" y="63831"/>
                    <a:pt x="1690818" y="70597"/>
                    <a:pt x="1685829" y="75586"/>
                  </a:cubicBezTo>
                  <a:cubicBezTo>
                    <a:pt x="1680841" y="80575"/>
                    <a:pt x="1674074" y="83378"/>
                    <a:pt x="1667019" y="83378"/>
                  </a:cubicBezTo>
                  <a:lnTo>
                    <a:pt x="26602" y="83378"/>
                  </a:lnTo>
                  <a:cubicBezTo>
                    <a:pt x="19547" y="83378"/>
                    <a:pt x="12780" y="80575"/>
                    <a:pt x="7791" y="75586"/>
                  </a:cubicBezTo>
                  <a:cubicBezTo>
                    <a:pt x="2803" y="70597"/>
                    <a:pt x="0" y="63831"/>
                    <a:pt x="0" y="56776"/>
                  </a:cubicBezTo>
                  <a:lnTo>
                    <a:pt x="0" y="26602"/>
                  </a:lnTo>
                  <a:cubicBezTo>
                    <a:pt x="0" y="19547"/>
                    <a:pt x="2803" y="12780"/>
                    <a:pt x="7791" y="7791"/>
                  </a:cubicBezTo>
                  <a:cubicBezTo>
                    <a:pt x="12780" y="2803"/>
                    <a:pt x="19547" y="0"/>
                    <a:pt x="26602" y="0"/>
                  </a:cubicBezTo>
                  <a:close/>
                </a:path>
              </a:pathLst>
            </a:custGeom>
            <a:solidFill>
              <a:srgbClr val="002F7F"/>
            </a:solidFill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93621" cy="121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66709" y="5331633"/>
            <a:ext cx="5162513" cy="310894"/>
            <a:chOff x="0" y="0"/>
            <a:chExt cx="1669044" cy="1005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69044" cy="100512"/>
            </a:xfrm>
            <a:custGeom>
              <a:avLst/>
              <a:gdLst/>
              <a:ahLst/>
              <a:cxnLst/>
              <a:rect r="r" b="b" t="t" l="l"/>
              <a:pathLst>
                <a:path h="100512" w="1669044">
                  <a:moveTo>
                    <a:pt x="0" y="0"/>
                  </a:moveTo>
                  <a:lnTo>
                    <a:pt x="1669044" y="0"/>
                  </a:lnTo>
                  <a:lnTo>
                    <a:pt x="1669044" y="100512"/>
                  </a:lnTo>
                  <a:lnTo>
                    <a:pt x="0" y="10051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669044" cy="138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05385" y="5202685"/>
            <a:ext cx="5238531" cy="257895"/>
            <a:chOff x="0" y="0"/>
            <a:chExt cx="1693621" cy="833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93621" cy="83378"/>
            </a:xfrm>
            <a:custGeom>
              <a:avLst/>
              <a:gdLst/>
              <a:ahLst/>
              <a:cxnLst/>
              <a:rect r="r" b="b" t="t" l="l"/>
              <a:pathLst>
                <a:path h="83378" w="1693621">
                  <a:moveTo>
                    <a:pt x="26602" y="0"/>
                  </a:moveTo>
                  <a:lnTo>
                    <a:pt x="1667019" y="0"/>
                  </a:lnTo>
                  <a:cubicBezTo>
                    <a:pt x="1674074" y="0"/>
                    <a:pt x="1680841" y="2803"/>
                    <a:pt x="1685829" y="7791"/>
                  </a:cubicBezTo>
                  <a:cubicBezTo>
                    <a:pt x="1690818" y="12780"/>
                    <a:pt x="1693621" y="19547"/>
                    <a:pt x="1693621" y="26602"/>
                  </a:cubicBezTo>
                  <a:lnTo>
                    <a:pt x="1693621" y="56776"/>
                  </a:lnTo>
                  <a:cubicBezTo>
                    <a:pt x="1693621" y="63831"/>
                    <a:pt x="1690818" y="70597"/>
                    <a:pt x="1685829" y="75586"/>
                  </a:cubicBezTo>
                  <a:cubicBezTo>
                    <a:pt x="1680841" y="80575"/>
                    <a:pt x="1674074" y="83378"/>
                    <a:pt x="1667019" y="83378"/>
                  </a:cubicBezTo>
                  <a:lnTo>
                    <a:pt x="26602" y="83378"/>
                  </a:lnTo>
                  <a:cubicBezTo>
                    <a:pt x="19547" y="83378"/>
                    <a:pt x="12780" y="80575"/>
                    <a:pt x="7791" y="75586"/>
                  </a:cubicBezTo>
                  <a:cubicBezTo>
                    <a:pt x="2803" y="70597"/>
                    <a:pt x="0" y="63831"/>
                    <a:pt x="0" y="56776"/>
                  </a:cubicBezTo>
                  <a:lnTo>
                    <a:pt x="0" y="26602"/>
                  </a:lnTo>
                  <a:cubicBezTo>
                    <a:pt x="0" y="19547"/>
                    <a:pt x="2803" y="12780"/>
                    <a:pt x="7791" y="7791"/>
                  </a:cubicBezTo>
                  <a:cubicBezTo>
                    <a:pt x="12780" y="2803"/>
                    <a:pt x="19547" y="0"/>
                    <a:pt x="26602" y="0"/>
                  </a:cubicBezTo>
                  <a:close/>
                </a:path>
              </a:pathLst>
            </a:custGeom>
            <a:solidFill>
              <a:srgbClr val="002F7F"/>
            </a:solidFill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93621" cy="121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43394" y="5347231"/>
            <a:ext cx="5162513" cy="310894"/>
            <a:chOff x="0" y="0"/>
            <a:chExt cx="1669044" cy="1005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69044" cy="100512"/>
            </a:xfrm>
            <a:custGeom>
              <a:avLst/>
              <a:gdLst/>
              <a:ahLst/>
              <a:cxnLst/>
              <a:rect r="r" b="b" t="t" l="l"/>
              <a:pathLst>
                <a:path h="100512" w="1669044">
                  <a:moveTo>
                    <a:pt x="0" y="0"/>
                  </a:moveTo>
                  <a:lnTo>
                    <a:pt x="1669044" y="0"/>
                  </a:lnTo>
                  <a:lnTo>
                    <a:pt x="1669044" y="100512"/>
                  </a:lnTo>
                  <a:lnTo>
                    <a:pt x="0" y="10051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669044" cy="138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81474" y="5222084"/>
            <a:ext cx="5238531" cy="257895"/>
            <a:chOff x="0" y="0"/>
            <a:chExt cx="1693621" cy="833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93621" cy="83378"/>
            </a:xfrm>
            <a:custGeom>
              <a:avLst/>
              <a:gdLst/>
              <a:ahLst/>
              <a:cxnLst/>
              <a:rect r="r" b="b" t="t" l="l"/>
              <a:pathLst>
                <a:path h="83378" w="1693621">
                  <a:moveTo>
                    <a:pt x="26602" y="0"/>
                  </a:moveTo>
                  <a:lnTo>
                    <a:pt x="1667019" y="0"/>
                  </a:lnTo>
                  <a:cubicBezTo>
                    <a:pt x="1674074" y="0"/>
                    <a:pt x="1680841" y="2803"/>
                    <a:pt x="1685829" y="7791"/>
                  </a:cubicBezTo>
                  <a:cubicBezTo>
                    <a:pt x="1690818" y="12780"/>
                    <a:pt x="1693621" y="19547"/>
                    <a:pt x="1693621" y="26602"/>
                  </a:cubicBezTo>
                  <a:lnTo>
                    <a:pt x="1693621" y="56776"/>
                  </a:lnTo>
                  <a:cubicBezTo>
                    <a:pt x="1693621" y="63831"/>
                    <a:pt x="1690818" y="70597"/>
                    <a:pt x="1685829" y="75586"/>
                  </a:cubicBezTo>
                  <a:cubicBezTo>
                    <a:pt x="1680841" y="80575"/>
                    <a:pt x="1674074" y="83378"/>
                    <a:pt x="1667019" y="83378"/>
                  </a:cubicBezTo>
                  <a:lnTo>
                    <a:pt x="26602" y="83378"/>
                  </a:lnTo>
                  <a:cubicBezTo>
                    <a:pt x="19547" y="83378"/>
                    <a:pt x="12780" y="80575"/>
                    <a:pt x="7791" y="75586"/>
                  </a:cubicBezTo>
                  <a:cubicBezTo>
                    <a:pt x="2803" y="70597"/>
                    <a:pt x="0" y="63831"/>
                    <a:pt x="0" y="56776"/>
                  </a:cubicBezTo>
                  <a:lnTo>
                    <a:pt x="0" y="26602"/>
                  </a:lnTo>
                  <a:cubicBezTo>
                    <a:pt x="0" y="19547"/>
                    <a:pt x="2803" y="12780"/>
                    <a:pt x="7791" y="7791"/>
                  </a:cubicBezTo>
                  <a:cubicBezTo>
                    <a:pt x="12780" y="2803"/>
                    <a:pt x="19547" y="0"/>
                    <a:pt x="26602" y="0"/>
                  </a:cubicBezTo>
                  <a:close/>
                </a:path>
              </a:pathLst>
            </a:custGeom>
            <a:solidFill>
              <a:srgbClr val="002F7F"/>
            </a:solidFill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693621" cy="121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019483" y="5366629"/>
            <a:ext cx="5162513" cy="310894"/>
            <a:chOff x="0" y="0"/>
            <a:chExt cx="1669044" cy="1005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69044" cy="100512"/>
            </a:xfrm>
            <a:custGeom>
              <a:avLst/>
              <a:gdLst/>
              <a:ahLst/>
              <a:cxnLst/>
              <a:rect r="r" b="b" t="t" l="l"/>
              <a:pathLst>
                <a:path h="100512" w="1669044">
                  <a:moveTo>
                    <a:pt x="0" y="0"/>
                  </a:moveTo>
                  <a:lnTo>
                    <a:pt x="1669044" y="0"/>
                  </a:lnTo>
                  <a:lnTo>
                    <a:pt x="1669044" y="100512"/>
                  </a:lnTo>
                  <a:lnTo>
                    <a:pt x="0" y="10051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669044" cy="138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8700" y="7469604"/>
            <a:ext cx="7976268" cy="257895"/>
            <a:chOff x="0" y="0"/>
            <a:chExt cx="2578733" cy="8337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78733" cy="83378"/>
            </a:xfrm>
            <a:custGeom>
              <a:avLst/>
              <a:gdLst/>
              <a:ahLst/>
              <a:cxnLst/>
              <a:rect r="r" b="b" t="t" l="l"/>
              <a:pathLst>
                <a:path h="83378" w="2578733">
                  <a:moveTo>
                    <a:pt x="17471" y="0"/>
                  </a:moveTo>
                  <a:lnTo>
                    <a:pt x="2561262" y="0"/>
                  </a:lnTo>
                  <a:cubicBezTo>
                    <a:pt x="2570911" y="0"/>
                    <a:pt x="2578733" y="7822"/>
                    <a:pt x="2578733" y="17471"/>
                  </a:cubicBezTo>
                  <a:lnTo>
                    <a:pt x="2578733" y="65907"/>
                  </a:lnTo>
                  <a:cubicBezTo>
                    <a:pt x="2578733" y="75556"/>
                    <a:pt x="2570911" y="83378"/>
                    <a:pt x="2561262" y="83378"/>
                  </a:cubicBezTo>
                  <a:lnTo>
                    <a:pt x="17471" y="83378"/>
                  </a:lnTo>
                  <a:cubicBezTo>
                    <a:pt x="7822" y="83378"/>
                    <a:pt x="0" y="75556"/>
                    <a:pt x="0" y="65907"/>
                  </a:cubicBezTo>
                  <a:lnTo>
                    <a:pt x="0" y="17471"/>
                  </a:lnTo>
                  <a:cubicBezTo>
                    <a:pt x="0" y="7822"/>
                    <a:pt x="7822" y="0"/>
                    <a:pt x="17471" y="0"/>
                  </a:cubicBezTo>
                  <a:close/>
                </a:path>
              </a:pathLst>
            </a:custGeom>
            <a:solidFill>
              <a:srgbClr val="002F7F"/>
            </a:solidFill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578733" cy="121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66709" y="7614150"/>
            <a:ext cx="7900250" cy="310894"/>
            <a:chOff x="0" y="0"/>
            <a:chExt cx="2554156" cy="1005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54156" cy="100512"/>
            </a:xfrm>
            <a:custGeom>
              <a:avLst/>
              <a:gdLst/>
              <a:ahLst/>
              <a:cxnLst/>
              <a:rect r="r" b="b" t="t" l="l"/>
              <a:pathLst>
                <a:path h="100512" w="2554156">
                  <a:moveTo>
                    <a:pt x="0" y="0"/>
                  </a:moveTo>
                  <a:lnTo>
                    <a:pt x="2554156" y="0"/>
                  </a:lnTo>
                  <a:lnTo>
                    <a:pt x="2554156" y="100512"/>
                  </a:lnTo>
                  <a:lnTo>
                    <a:pt x="0" y="10051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554156" cy="138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43737" y="7458358"/>
            <a:ext cx="7976268" cy="257895"/>
            <a:chOff x="0" y="0"/>
            <a:chExt cx="2578733" cy="8337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78733" cy="83378"/>
            </a:xfrm>
            <a:custGeom>
              <a:avLst/>
              <a:gdLst/>
              <a:ahLst/>
              <a:cxnLst/>
              <a:rect r="r" b="b" t="t" l="l"/>
              <a:pathLst>
                <a:path h="83378" w="2578733">
                  <a:moveTo>
                    <a:pt x="17471" y="0"/>
                  </a:moveTo>
                  <a:lnTo>
                    <a:pt x="2561262" y="0"/>
                  </a:lnTo>
                  <a:cubicBezTo>
                    <a:pt x="2570911" y="0"/>
                    <a:pt x="2578733" y="7822"/>
                    <a:pt x="2578733" y="17471"/>
                  </a:cubicBezTo>
                  <a:lnTo>
                    <a:pt x="2578733" y="65907"/>
                  </a:lnTo>
                  <a:cubicBezTo>
                    <a:pt x="2578733" y="75556"/>
                    <a:pt x="2570911" y="83378"/>
                    <a:pt x="2561262" y="83378"/>
                  </a:cubicBezTo>
                  <a:lnTo>
                    <a:pt x="17471" y="83378"/>
                  </a:lnTo>
                  <a:cubicBezTo>
                    <a:pt x="7822" y="83378"/>
                    <a:pt x="0" y="75556"/>
                    <a:pt x="0" y="65907"/>
                  </a:cubicBezTo>
                  <a:lnTo>
                    <a:pt x="0" y="17471"/>
                  </a:lnTo>
                  <a:cubicBezTo>
                    <a:pt x="0" y="7822"/>
                    <a:pt x="7822" y="0"/>
                    <a:pt x="17471" y="0"/>
                  </a:cubicBezTo>
                  <a:close/>
                </a:path>
              </a:pathLst>
            </a:custGeom>
            <a:solidFill>
              <a:srgbClr val="002F7F"/>
            </a:solidFill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578733" cy="121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81746" y="7602903"/>
            <a:ext cx="7900250" cy="310894"/>
            <a:chOff x="0" y="0"/>
            <a:chExt cx="2554156" cy="1005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54156" cy="100512"/>
            </a:xfrm>
            <a:custGeom>
              <a:avLst/>
              <a:gdLst/>
              <a:ahLst/>
              <a:cxnLst/>
              <a:rect r="r" b="b" t="t" l="l"/>
              <a:pathLst>
                <a:path h="100512" w="2554156">
                  <a:moveTo>
                    <a:pt x="0" y="0"/>
                  </a:moveTo>
                  <a:lnTo>
                    <a:pt x="2554156" y="0"/>
                  </a:lnTo>
                  <a:lnTo>
                    <a:pt x="2554156" y="100512"/>
                  </a:lnTo>
                  <a:lnTo>
                    <a:pt x="0" y="10051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554156" cy="138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28700" y="1333500"/>
            <a:ext cx="16230600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472" b="true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Objetivos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3462776"/>
            <a:ext cx="1623060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</a:t>
            </a:r>
            <a:r>
              <a:rPr lang="en-US" b="true" sz="2199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envolver um protótipo de sistema web para auxiliar estudantes na organização dos estudos por meio de monitoramento, gamificação e recompensas educacionais.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8700" y="4447188"/>
            <a:ext cx="162306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Específicos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3769" y="5808991"/>
            <a:ext cx="4668394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b="true" sz="2499" spc="-14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  <a:r>
              <a:rPr lang="en-US" b="true" sz="2499" spc="-14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evantamento de Requisitos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3769" y="6266064"/>
            <a:ext cx="466839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Iden</a:t>
            </a:r>
            <a:r>
              <a:rPr lang="en-US" sz="1900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tificaçã</a:t>
            </a:r>
            <a:r>
              <a:rPr lang="en-US" sz="1900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o das necessidades dos estudantes e das funcionalidades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790454" y="5658111"/>
            <a:ext cx="4668394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14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499" spc="-14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nálise de Ferramentas Existentes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790454" y="6321559"/>
            <a:ext cx="466839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n-US" sz="1899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tud</a:t>
            </a:r>
            <a:r>
              <a:rPr lang="en-US" sz="1899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o de soluções e funcionalidades similares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266543" y="5883885"/>
            <a:ext cx="4668394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b="true" sz="2499" spc="-14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</a:t>
            </a:r>
            <a:r>
              <a:rPr lang="en-US" b="true" sz="2499" spc="-14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lagem da Solução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66543" y="6340958"/>
            <a:ext cx="466839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Definiçã</a:t>
            </a:r>
            <a:r>
              <a:rPr lang="en-US" sz="1899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o da estrutura e dos recursos do sistema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13769" y="7956325"/>
            <a:ext cx="6962811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14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Desenvolvimento e Imp</a:t>
            </a:r>
            <a:r>
              <a:rPr lang="en-US" b="true" sz="2499" spc="-14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lementação do Sistema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13769" y="8619773"/>
            <a:ext cx="765319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Criaçã</a:t>
            </a:r>
            <a:r>
              <a:rPr lang="en-US" sz="1899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o das interfaces e funcionalidades principais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8700" y="2890126"/>
            <a:ext cx="1619190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Geral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33249" y="8151454"/>
            <a:ext cx="6958367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b="true" sz="2499" spc="-14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Testes e Va</a:t>
            </a:r>
            <a:r>
              <a:rPr lang="en-US" b="true" sz="2499" spc="-147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lidação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533249" y="8608527"/>
            <a:ext cx="764874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Avaliaçã</a:t>
            </a:r>
            <a:r>
              <a:rPr lang="en-US" sz="1899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o do funcionamento e da experiência do usuário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5400000">
            <a:off x="16795084" y="715597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0" y="0"/>
                </a:moveTo>
                <a:lnTo>
                  <a:pt x="2274992" y="0"/>
                </a:lnTo>
                <a:lnTo>
                  <a:pt x="2274992" y="2274992"/>
                </a:lnTo>
                <a:lnTo>
                  <a:pt x="0" y="227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true" flipV="false" rot="5400000">
            <a:off x="14261174" y="0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2274992" y="0"/>
                </a:moveTo>
                <a:lnTo>
                  <a:pt x="0" y="0"/>
                </a:lnTo>
                <a:lnTo>
                  <a:pt x="0" y="2274992"/>
                </a:lnTo>
                <a:lnTo>
                  <a:pt x="2274992" y="2274992"/>
                </a:lnTo>
                <a:lnTo>
                  <a:pt x="2274992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9892682" y="3034126"/>
            <a:ext cx="18742242" cy="1648708"/>
            <a:chOff x="0" y="0"/>
            <a:chExt cx="4936228" cy="434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229" cy="434228"/>
            </a:xfrm>
            <a:custGeom>
              <a:avLst/>
              <a:gdLst/>
              <a:ahLst/>
              <a:cxnLst/>
              <a:rect r="r" b="b" t="t" l="l"/>
              <a:pathLst>
                <a:path h="434228" w="4936229">
                  <a:moveTo>
                    <a:pt x="0" y="0"/>
                  </a:moveTo>
                  <a:lnTo>
                    <a:pt x="4936229" y="0"/>
                  </a:lnTo>
                  <a:lnTo>
                    <a:pt x="4936229" y="434228"/>
                  </a:lnTo>
                  <a:lnTo>
                    <a:pt x="0" y="434228"/>
                  </a:lnTo>
                  <a:close/>
                </a:path>
              </a:pathLst>
            </a:custGeom>
            <a:solidFill>
              <a:srgbClr val="E5FD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36228" cy="472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423402"/>
            <a:ext cx="16230600" cy="2834898"/>
            <a:chOff x="0" y="0"/>
            <a:chExt cx="5247364" cy="9165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47364" cy="916524"/>
            </a:xfrm>
            <a:custGeom>
              <a:avLst/>
              <a:gdLst/>
              <a:ahLst/>
              <a:cxnLst/>
              <a:rect r="r" b="b" t="t" l="l"/>
              <a:pathLst>
                <a:path h="916524" w="5247364">
                  <a:moveTo>
                    <a:pt x="8586" y="0"/>
                  </a:moveTo>
                  <a:lnTo>
                    <a:pt x="5238778" y="0"/>
                  </a:lnTo>
                  <a:cubicBezTo>
                    <a:pt x="5243520" y="0"/>
                    <a:pt x="5247364" y="3844"/>
                    <a:pt x="5247364" y="8586"/>
                  </a:cubicBezTo>
                  <a:lnTo>
                    <a:pt x="5247364" y="907939"/>
                  </a:lnTo>
                  <a:cubicBezTo>
                    <a:pt x="5247364" y="912680"/>
                    <a:pt x="5243520" y="916524"/>
                    <a:pt x="5238778" y="916524"/>
                  </a:cubicBezTo>
                  <a:lnTo>
                    <a:pt x="8586" y="916524"/>
                  </a:lnTo>
                  <a:cubicBezTo>
                    <a:pt x="3844" y="916524"/>
                    <a:pt x="0" y="912680"/>
                    <a:pt x="0" y="907939"/>
                  </a:cubicBezTo>
                  <a:lnTo>
                    <a:pt x="0" y="8586"/>
                  </a:lnTo>
                  <a:cubicBezTo>
                    <a:pt x="0" y="3844"/>
                    <a:pt x="3844" y="0"/>
                    <a:pt x="8586" y="0"/>
                  </a:cubicBezTo>
                  <a:close/>
                </a:path>
              </a:pathLst>
            </a:custGeom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47364" cy="954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423402"/>
            <a:ext cx="16224292" cy="1050631"/>
            <a:chOff x="0" y="0"/>
            <a:chExt cx="5245325" cy="339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45325" cy="339670"/>
            </a:xfrm>
            <a:custGeom>
              <a:avLst/>
              <a:gdLst/>
              <a:ahLst/>
              <a:cxnLst/>
              <a:rect r="r" b="b" t="t" l="l"/>
              <a:pathLst>
                <a:path h="339670" w="5245325">
                  <a:moveTo>
                    <a:pt x="8589" y="0"/>
                  </a:moveTo>
                  <a:lnTo>
                    <a:pt x="5236736" y="0"/>
                  </a:lnTo>
                  <a:cubicBezTo>
                    <a:pt x="5239014" y="0"/>
                    <a:pt x="5241199" y="905"/>
                    <a:pt x="5242809" y="2516"/>
                  </a:cubicBezTo>
                  <a:cubicBezTo>
                    <a:pt x="5244420" y="4127"/>
                    <a:pt x="5245325" y="6311"/>
                    <a:pt x="5245325" y="8589"/>
                  </a:cubicBezTo>
                  <a:lnTo>
                    <a:pt x="5245325" y="331081"/>
                  </a:lnTo>
                  <a:cubicBezTo>
                    <a:pt x="5245325" y="333359"/>
                    <a:pt x="5244420" y="335543"/>
                    <a:pt x="5242809" y="337154"/>
                  </a:cubicBezTo>
                  <a:cubicBezTo>
                    <a:pt x="5241199" y="338765"/>
                    <a:pt x="5239014" y="339670"/>
                    <a:pt x="5236736" y="339670"/>
                  </a:cubicBezTo>
                  <a:lnTo>
                    <a:pt x="8589" y="339670"/>
                  </a:lnTo>
                  <a:cubicBezTo>
                    <a:pt x="6311" y="339670"/>
                    <a:pt x="4127" y="338765"/>
                    <a:pt x="2516" y="337154"/>
                  </a:cubicBezTo>
                  <a:cubicBezTo>
                    <a:pt x="905" y="335543"/>
                    <a:pt x="0" y="333359"/>
                    <a:pt x="0" y="331081"/>
                  </a:cubicBezTo>
                  <a:lnTo>
                    <a:pt x="0" y="8589"/>
                  </a:lnTo>
                  <a:cubicBezTo>
                    <a:pt x="0" y="6311"/>
                    <a:pt x="905" y="4127"/>
                    <a:pt x="2516" y="2516"/>
                  </a:cubicBezTo>
                  <a:cubicBezTo>
                    <a:pt x="4127" y="905"/>
                    <a:pt x="6311" y="0"/>
                    <a:pt x="8589" y="0"/>
                  </a:cubicBezTo>
                  <a:close/>
                </a:path>
              </a:pathLst>
            </a:custGeom>
            <a:solidFill>
              <a:srgbClr val="002F7F"/>
            </a:solidFill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245325" cy="377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7332" y="6948718"/>
            <a:ext cx="16154886" cy="1266540"/>
            <a:chOff x="0" y="0"/>
            <a:chExt cx="5222886" cy="4094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22886" cy="409473"/>
            </a:xfrm>
            <a:custGeom>
              <a:avLst/>
              <a:gdLst/>
              <a:ahLst/>
              <a:cxnLst/>
              <a:rect r="r" b="b" t="t" l="l"/>
              <a:pathLst>
                <a:path h="409473" w="5222886">
                  <a:moveTo>
                    <a:pt x="0" y="0"/>
                  </a:moveTo>
                  <a:lnTo>
                    <a:pt x="5222886" y="0"/>
                  </a:lnTo>
                  <a:lnTo>
                    <a:pt x="5222886" y="409473"/>
                  </a:lnTo>
                  <a:lnTo>
                    <a:pt x="0" y="409473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22886" cy="447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2664589"/>
            <a:ext cx="7867258" cy="3365631"/>
            <a:chOff x="0" y="0"/>
            <a:chExt cx="2480721" cy="10612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80721" cy="1061258"/>
            </a:xfrm>
            <a:custGeom>
              <a:avLst/>
              <a:gdLst/>
              <a:ahLst/>
              <a:cxnLst/>
              <a:rect r="r" b="b" t="t" l="l"/>
              <a:pathLst>
                <a:path h="1061258" w="2480721">
                  <a:moveTo>
                    <a:pt x="17713" y="0"/>
                  </a:moveTo>
                  <a:lnTo>
                    <a:pt x="2463008" y="0"/>
                  </a:lnTo>
                  <a:cubicBezTo>
                    <a:pt x="2472791" y="0"/>
                    <a:pt x="2480721" y="7930"/>
                    <a:pt x="2480721" y="17713"/>
                  </a:cubicBezTo>
                  <a:lnTo>
                    <a:pt x="2480721" y="1043545"/>
                  </a:lnTo>
                  <a:cubicBezTo>
                    <a:pt x="2480721" y="1048243"/>
                    <a:pt x="2478855" y="1052748"/>
                    <a:pt x="2475533" y="1056070"/>
                  </a:cubicBezTo>
                  <a:cubicBezTo>
                    <a:pt x="2472211" y="1059392"/>
                    <a:pt x="2467706" y="1061258"/>
                    <a:pt x="2463008" y="1061258"/>
                  </a:cubicBezTo>
                  <a:lnTo>
                    <a:pt x="17713" y="1061258"/>
                  </a:lnTo>
                  <a:cubicBezTo>
                    <a:pt x="7930" y="1061258"/>
                    <a:pt x="0" y="1053328"/>
                    <a:pt x="0" y="1043545"/>
                  </a:cubicBezTo>
                  <a:lnTo>
                    <a:pt x="0" y="17713"/>
                  </a:lnTo>
                  <a:cubicBezTo>
                    <a:pt x="0" y="7930"/>
                    <a:pt x="7930" y="0"/>
                    <a:pt x="17713" y="0"/>
                  </a:cubicBezTo>
                  <a:close/>
                </a:path>
              </a:pathLst>
            </a:custGeom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80721" cy="1099358"/>
            </a:xfrm>
            <a:prstGeom prst="rect">
              <a:avLst/>
            </a:prstGeom>
          </p:spPr>
          <p:txBody>
            <a:bodyPr anchor="ctr" rtlCol="false" tIns="52085" lIns="52085" bIns="52085" rIns="5208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2664589"/>
            <a:ext cx="7864201" cy="1077215"/>
            <a:chOff x="0" y="0"/>
            <a:chExt cx="2479757" cy="339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79757" cy="339670"/>
            </a:xfrm>
            <a:custGeom>
              <a:avLst/>
              <a:gdLst/>
              <a:ahLst/>
              <a:cxnLst/>
              <a:rect r="r" b="b" t="t" l="l"/>
              <a:pathLst>
                <a:path h="339670" w="2479757">
                  <a:moveTo>
                    <a:pt x="17720" y="0"/>
                  </a:moveTo>
                  <a:lnTo>
                    <a:pt x="2462037" y="0"/>
                  </a:lnTo>
                  <a:cubicBezTo>
                    <a:pt x="2466736" y="0"/>
                    <a:pt x="2471244" y="1867"/>
                    <a:pt x="2474567" y="5190"/>
                  </a:cubicBezTo>
                  <a:cubicBezTo>
                    <a:pt x="2477890" y="8513"/>
                    <a:pt x="2479757" y="13020"/>
                    <a:pt x="2479757" y="17720"/>
                  </a:cubicBezTo>
                  <a:lnTo>
                    <a:pt x="2479757" y="321950"/>
                  </a:lnTo>
                  <a:cubicBezTo>
                    <a:pt x="2479757" y="326649"/>
                    <a:pt x="2477890" y="331157"/>
                    <a:pt x="2474567" y="334480"/>
                  </a:cubicBezTo>
                  <a:cubicBezTo>
                    <a:pt x="2471244" y="337803"/>
                    <a:pt x="2466736" y="339670"/>
                    <a:pt x="2462037" y="339670"/>
                  </a:cubicBezTo>
                  <a:lnTo>
                    <a:pt x="17720" y="339670"/>
                  </a:lnTo>
                  <a:cubicBezTo>
                    <a:pt x="13020" y="339670"/>
                    <a:pt x="8513" y="337803"/>
                    <a:pt x="5190" y="334480"/>
                  </a:cubicBezTo>
                  <a:cubicBezTo>
                    <a:pt x="1867" y="331157"/>
                    <a:pt x="0" y="326649"/>
                    <a:pt x="0" y="321950"/>
                  </a:cubicBezTo>
                  <a:lnTo>
                    <a:pt x="0" y="17720"/>
                  </a:lnTo>
                  <a:cubicBezTo>
                    <a:pt x="0" y="13020"/>
                    <a:pt x="1867" y="8513"/>
                    <a:pt x="5190" y="5190"/>
                  </a:cubicBezTo>
                  <a:cubicBezTo>
                    <a:pt x="8513" y="1867"/>
                    <a:pt x="13020" y="0"/>
                    <a:pt x="17720" y="0"/>
                  </a:cubicBezTo>
                  <a:close/>
                </a:path>
              </a:pathLst>
            </a:custGeom>
            <a:solidFill>
              <a:srgbClr val="002F7F"/>
            </a:solidFill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479757" cy="377770"/>
            </a:xfrm>
            <a:prstGeom prst="rect">
              <a:avLst/>
            </a:prstGeom>
          </p:spPr>
          <p:txBody>
            <a:bodyPr anchor="ctr" rtlCol="false" tIns="52085" lIns="52085" bIns="52085" rIns="5208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8310" y="3203196"/>
            <a:ext cx="7790545" cy="1298587"/>
            <a:chOff x="0" y="0"/>
            <a:chExt cx="2456532" cy="4094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56531" cy="409473"/>
            </a:xfrm>
            <a:custGeom>
              <a:avLst/>
              <a:gdLst/>
              <a:ahLst/>
              <a:cxnLst/>
              <a:rect r="r" b="b" t="t" l="l"/>
              <a:pathLst>
                <a:path h="409473" w="2456531">
                  <a:moveTo>
                    <a:pt x="0" y="0"/>
                  </a:moveTo>
                  <a:lnTo>
                    <a:pt x="2456531" y="0"/>
                  </a:lnTo>
                  <a:lnTo>
                    <a:pt x="2456531" y="409473"/>
                  </a:lnTo>
                  <a:lnTo>
                    <a:pt x="0" y="409473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456532" cy="447573"/>
            </a:xfrm>
            <a:prstGeom prst="rect">
              <a:avLst/>
            </a:prstGeom>
          </p:spPr>
          <p:txBody>
            <a:bodyPr anchor="ctr" rtlCol="false" tIns="52085" lIns="52085" bIns="52085" rIns="5208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26555" y="4035149"/>
            <a:ext cx="731018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Organ</a:t>
            </a:r>
            <a:r>
              <a:rPr lang="en-US" b="true" sz="2400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izaçã</a:t>
            </a:r>
            <a:r>
              <a:rPr lang="en-US" b="true" sz="2400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sem motivação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Ferramentas focadas apenas em gestão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Integração entre estudo e incentivo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7289" y="2762489"/>
            <a:ext cx="77500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E9E9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  <a:r>
              <a:rPr lang="en-US" b="true" sz="2400">
                <a:solidFill>
                  <a:srgbClr val="E9E9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acuna Tecnológica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54960" y="2664203"/>
            <a:ext cx="7867258" cy="3365631"/>
            <a:chOff x="0" y="0"/>
            <a:chExt cx="2480721" cy="106125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80721" cy="1061258"/>
            </a:xfrm>
            <a:custGeom>
              <a:avLst/>
              <a:gdLst/>
              <a:ahLst/>
              <a:cxnLst/>
              <a:rect r="r" b="b" t="t" l="l"/>
              <a:pathLst>
                <a:path h="1061258" w="2480721">
                  <a:moveTo>
                    <a:pt x="17713" y="0"/>
                  </a:moveTo>
                  <a:lnTo>
                    <a:pt x="2463008" y="0"/>
                  </a:lnTo>
                  <a:cubicBezTo>
                    <a:pt x="2472791" y="0"/>
                    <a:pt x="2480721" y="7930"/>
                    <a:pt x="2480721" y="17713"/>
                  </a:cubicBezTo>
                  <a:lnTo>
                    <a:pt x="2480721" y="1043545"/>
                  </a:lnTo>
                  <a:cubicBezTo>
                    <a:pt x="2480721" y="1048243"/>
                    <a:pt x="2478855" y="1052748"/>
                    <a:pt x="2475533" y="1056070"/>
                  </a:cubicBezTo>
                  <a:cubicBezTo>
                    <a:pt x="2472211" y="1059392"/>
                    <a:pt x="2467706" y="1061258"/>
                    <a:pt x="2463008" y="1061258"/>
                  </a:cubicBezTo>
                  <a:lnTo>
                    <a:pt x="17713" y="1061258"/>
                  </a:lnTo>
                  <a:cubicBezTo>
                    <a:pt x="7930" y="1061258"/>
                    <a:pt x="0" y="1053328"/>
                    <a:pt x="0" y="1043545"/>
                  </a:cubicBezTo>
                  <a:lnTo>
                    <a:pt x="0" y="17713"/>
                  </a:lnTo>
                  <a:cubicBezTo>
                    <a:pt x="0" y="7930"/>
                    <a:pt x="7930" y="0"/>
                    <a:pt x="17713" y="0"/>
                  </a:cubicBezTo>
                  <a:close/>
                </a:path>
              </a:pathLst>
            </a:custGeom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480721" cy="1099358"/>
            </a:xfrm>
            <a:prstGeom prst="rect">
              <a:avLst/>
            </a:prstGeom>
          </p:spPr>
          <p:txBody>
            <a:bodyPr anchor="ctr" rtlCol="false" tIns="52085" lIns="52085" bIns="52085" rIns="5208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54960" y="2664203"/>
            <a:ext cx="7864201" cy="1077215"/>
            <a:chOff x="0" y="0"/>
            <a:chExt cx="2479757" cy="3396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79757" cy="339670"/>
            </a:xfrm>
            <a:custGeom>
              <a:avLst/>
              <a:gdLst/>
              <a:ahLst/>
              <a:cxnLst/>
              <a:rect r="r" b="b" t="t" l="l"/>
              <a:pathLst>
                <a:path h="339670" w="2479757">
                  <a:moveTo>
                    <a:pt x="17720" y="0"/>
                  </a:moveTo>
                  <a:lnTo>
                    <a:pt x="2462037" y="0"/>
                  </a:lnTo>
                  <a:cubicBezTo>
                    <a:pt x="2466736" y="0"/>
                    <a:pt x="2471244" y="1867"/>
                    <a:pt x="2474567" y="5190"/>
                  </a:cubicBezTo>
                  <a:cubicBezTo>
                    <a:pt x="2477890" y="8513"/>
                    <a:pt x="2479757" y="13020"/>
                    <a:pt x="2479757" y="17720"/>
                  </a:cubicBezTo>
                  <a:lnTo>
                    <a:pt x="2479757" y="321950"/>
                  </a:lnTo>
                  <a:cubicBezTo>
                    <a:pt x="2479757" y="326649"/>
                    <a:pt x="2477890" y="331157"/>
                    <a:pt x="2474567" y="334480"/>
                  </a:cubicBezTo>
                  <a:cubicBezTo>
                    <a:pt x="2471244" y="337803"/>
                    <a:pt x="2466736" y="339670"/>
                    <a:pt x="2462037" y="339670"/>
                  </a:cubicBezTo>
                  <a:lnTo>
                    <a:pt x="17720" y="339670"/>
                  </a:lnTo>
                  <a:cubicBezTo>
                    <a:pt x="13020" y="339670"/>
                    <a:pt x="8513" y="337803"/>
                    <a:pt x="5190" y="334480"/>
                  </a:cubicBezTo>
                  <a:cubicBezTo>
                    <a:pt x="1867" y="331157"/>
                    <a:pt x="0" y="326649"/>
                    <a:pt x="0" y="321950"/>
                  </a:cubicBezTo>
                  <a:lnTo>
                    <a:pt x="0" y="17720"/>
                  </a:lnTo>
                  <a:cubicBezTo>
                    <a:pt x="0" y="13020"/>
                    <a:pt x="1867" y="8513"/>
                    <a:pt x="5190" y="5190"/>
                  </a:cubicBezTo>
                  <a:cubicBezTo>
                    <a:pt x="8513" y="1867"/>
                    <a:pt x="13020" y="0"/>
                    <a:pt x="17720" y="0"/>
                  </a:cubicBezTo>
                  <a:close/>
                </a:path>
              </a:pathLst>
            </a:custGeom>
            <a:solidFill>
              <a:srgbClr val="002F7F"/>
            </a:solidFill>
            <a:ln w="38100" cap="sq">
              <a:solidFill>
                <a:srgbClr val="002F7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479757" cy="377770"/>
            </a:xfrm>
            <a:prstGeom prst="rect">
              <a:avLst/>
            </a:prstGeom>
          </p:spPr>
          <p:txBody>
            <a:bodyPr anchor="ctr" rtlCol="false" tIns="52085" lIns="52085" bIns="52085" rIns="5208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93439" y="3202810"/>
            <a:ext cx="7790760" cy="1298587"/>
            <a:chOff x="0" y="0"/>
            <a:chExt cx="2456600" cy="4094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56599" cy="409473"/>
            </a:xfrm>
            <a:custGeom>
              <a:avLst/>
              <a:gdLst/>
              <a:ahLst/>
              <a:cxnLst/>
              <a:rect r="r" b="b" t="t" l="l"/>
              <a:pathLst>
                <a:path h="409473" w="2456599">
                  <a:moveTo>
                    <a:pt x="0" y="0"/>
                  </a:moveTo>
                  <a:lnTo>
                    <a:pt x="2456599" y="0"/>
                  </a:lnTo>
                  <a:lnTo>
                    <a:pt x="2456599" y="409473"/>
                  </a:lnTo>
                  <a:lnTo>
                    <a:pt x="0" y="409473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456600" cy="447573"/>
            </a:xfrm>
            <a:prstGeom prst="rect">
              <a:avLst/>
            </a:prstGeom>
          </p:spPr>
          <p:txBody>
            <a:bodyPr anchor="ctr" rtlCol="false" tIns="52085" lIns="52085" bIns="52085" rIns="52085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652815" y="4067175"/>
            <a:ext cx="731018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Engaj</a:t>
            </a:r>
            <a:r>
              <a:rPr lang="en-US" b="true" sz="2400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am</a:t>
            </a:r>
            <a:r>
              <a:rPr lang="en-US" b="true" sz="2400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ento acadêmico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Combate à procrastinação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Formação de hábitos de estudo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13549" y="2762103"/>
            <a:ext cx="77500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>
                <a:solidFill>
                  <a:srgbClr val="E9E9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</a:t>
            </a:r>
            <a:r>
              <a:rPr lang="en-US" b="true" sz="2400">
                <a:solidFill>
                  <a:srgbClr val="E9E9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amificação Educacional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1333500"/>
            <a:ext cx="16230600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472" b="true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Jus</a:t>
            </a:r>
            <a:r>
              <a:rPr lang="en-US" b="true" sz="8000" spc="-472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tificativa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5400000">
            <a:off x="16905679" y="685331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0" y="0"/>
                </a:moveTo>
                <a:lnTo>
                  <a:pt x="2274992" y="0"/>
                </a:lnTo>
                <a:lnTo>
                  <a:pt x="2274992" y="2274992"/>
                </a:lnTo>
                <a:lnTo>
                  <a:pt x="0" y="227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true" flipV="false" rot="5400000">
            <a:off x="14371769" y="-30266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2274992" y="0"/>
                </a:moveTo>
                <a:lnTo>
                  <a:pt x="0" y="0"/>
                </a:lnTo>
                <a:lnTo>
                  <a:pt x="0" y="2274992"/>
                </a:lnTo>
                <a:lnTo>
                  <a:pt x="2274992" y="2274992"/>
                </a:lnTo>
                <a:lnTo>
                  <a:pt x="2274992" y="0"/>
                </a:lnTo>
                <a:close/>
              </a:path>
            </a:pathLst>
          </a:custGeom>
          <a:blipFill>
            <a:blip r:embed="rId2">
              <a:alphaModFix amt="9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598190" y="7559758"/>
            <a:ext cx="1520366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b="true" sz="2399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Reco</a:t>
            </a:r>
            <a:r>
              <a:rPr lang="en-US" b="true" sz="2399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mp</a:t>
            </a:r>
            <a:r>
              <a:rPr lang="en-US" b="true" sz="2399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ensas educacionais</a:t>
            </a:r>
          </a:p>
          <a:p>
            <a:pPr algn="l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b="true" sz="2399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Valorização do esforço</a:t>
            </a:r>
          </a:p>
          <a:p>
            <a:pPr algn="l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b="true" sz="2399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Inclusão por mérito acadêmico.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0741" y="6519121"/>
            <a:ext cx="1611855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399">
                <a:solidFill>
                  <a:srgbClr val="E9E9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2399">
                <a:solidFill>
                  <a:srgbClr val="E9E9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mpacto Social e Acessibilidade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237590" y="1996399"/>
            <a:ext cx="18742242" cy="1648708"/>
            <a:chOff x="0" y="0"/>
            <a:chExt cx="4936228" cy="434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229" cy="434228"/>
            </a:xfrm>
            <a:custGeom>
              <a:avLst/>
              <a:gdLst/>
              <a:ahLst/>
              <a:cxnLst/>
              <a:rect r="r" b="b" t="t" l="l"/>
              <a:pathLst>
                <a:path h="434228" w="4936229">
                  <a:moveTo>
                    <a:pt x="0" y="0"/>
                  </a:moveTo>
                  <a:lnTo>
                    <a:pt x="4936229" y="0"/>
                  </a:lnTo>
                  <a:lnTo>
                    <a:pt x="4936229" y="434228"/>
                  </a:lnTo>
                  <a:lnTo>
                    <a:pt x="0" y="434228"/>
                  </a:lnTo>
                  <a:close/>
                </a:path>
              </a:pathLst>
            </a:custGeom>
            <a:solidFill>
              <a:srgbClr val="E5FD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36228" cy="472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59017" y="3590408"/>
            <a:ext cx="7900283" cy="2107933"/>
            <a:chOff x="0" y="0"/>
            <a:chExt cx="10533711" cy="281057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37234" cy="1161118"/>
              <a:chOff x="0" y="0"/>
              <a:chExt cx="294040" cy="27595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94040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294040">
                    <a:moveTo>
                      <a:pt x="147020" y="0"/>
                    </a:moveTo>
                    <a:cubicBezTo>
                      <a:pt x="65823" y="0"/>
                      <a:pt x="0" y="61774"/>
                      <a:pt x="0" y="137975"/>
                    </a:cubicBezTo>
                    <a:cubicBezTo>
                      <a:pt x="0" y="214177"/>
                      <a:pt x="65823" y="275951"/>
                      <a:pt x="147020" y="275951"/>
                    </a:cubicBezTo>
                    <a:cubicBezTo>
                      <a:pt x="228217" y="275951"/>
                      <a:pt x="294040" y="214177"/>
                      <a:pt x="294040" y="137975"/>
                    </a:cubicBezTo>
                    <a:cubicBezTo>
                      <a:pt x="294040" y="61774"/>
                      <a:pt x="228217" y="0"/>
                      <a:pt x="147020" y="0"/>
                    </a:cubicBezTo>
                    <a:close/>
                  </a:path>
                </a:pathLst>
              </a:custGeom>
              <a:solidFill>
                <a:srgbClr val="E5FD64">
                  <a:alpha val="44706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27566" y="-12230"/>
                <a:ext cx="238908" cy="262310"/>
              </a:xfrm>
              <a:prstGeom prst="rect">
                <a:avLst/>
              </a:prstGeom>
            </p:spPr>
            <p:txBody>
              <a:bodyPr anchor="ctr" rtlCol="false" tIns="43810" lIns="43810" bIns="43810" rIns="4381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281476" y="264159"/>
              <a:ext cx="674282" cy="632800"/>
            </a:xfrm>
            <a:custGeom>
              <a:avLst/>
              <a:gdLst/>
              <a:ahLst/>
              <a:cxnLst/>
              <a:rect r="r" b="b" t="t" l="l"/>
              <a:pathLst>
                <a:path h="632800" w="674282">
                  <a:moveTo>
                    <a:pt x="0" y="0"/>
                  </a:moveTo>
                  <a:lnTo>
                    <a:pt x="674282" y="0"/>
                  </a:lnTo>
                  <a:lnTo>
                    <a:pt x="674282" y="632800"/>
                  </a:lnTo>
                  <a:lnTo>
                    <a:pt x="0" y="63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77" r="0" b="-3277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1652255" y="178698"/>
              <a:ext cx="8881456" cy="2631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</a:pPr>
              <a:r>
                <a:rPr lang="en-US" sz="2698" spc="26" b="true">
                  <a:solidFill>
                    <a:srgbClr val="002F7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Pesquisa</a:t>
              </a:r>
              <a:r>
                <a:rPr lang="en-US" sz="2698" spc="26" b="true">
                  <a:solidFill>
                    <a:srgbClr val="3C3C3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Prática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Observação de hábitos de estudo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Anál</a:t>
              </a: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ise comparativa de ferramentas existentes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5045" y="6570120"/>
            <a:ext cx="8333971" cy="2688180"/>
            <a:chOff x="0" y="0"/>
            <a:chExt cx="11111962" cy="358424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237234" cy="1161118"/>
              <a:chOff x="0" y="0"/>
              <a:chExt cx="294040" cy="27595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94040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294040">
                    <a:moveTo>
                      <a:pt x="147020" y="0"/>
                    </a:moveTo>
                    <a:cubicBezTo>
                      <a:pt x="65823" y="0"/>
                      <a:pt x="0" y="61774"/>
                      <a:pt x="0" y="137975"/>
                    </a:cubicBezTo>
                    <a:cubicBezTo>
                      <a:pt x="0" y="214177"/>
                      <a:pt x="65823" y="275951"/>
                      <a:pt x="147020" y="275951"/>
                    </a:cubicBezTo>
                    <a:cubicBezTo>
                      <a:pt x="228217" y="275951"/>
                      <a:pt x="294040" y="214177"/>
                      <a:pt x="294040" y="137975"/>
                    </a:cubicBezTo>
                    <a:cubicBezTo>
                      <a:pt x="294040" y="61774"/>
                      <a:pt x="228217" y="0"/>
                      <a:pt x="147020" y="0"/>
                    </a:cubicBezTo>
                    <a:close/>
                  </a:path>
                </a:pathLst>
              </a:custGeom>
              <a:solidFill>
                <a:srgbClr val="E5FD64">
                  <a:alpha val="44706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27566" y="-12230"/>
                <a:ext cx="238908" cy="262310"/>
              </a:xfrm>
              <a:prstGeom prst="rect">
                <a:avLst/>
              </a:prstGeom>
            </p:spPr>
            <p:txBody>
              <a:bodyPr anchor="ctr" rtlCol="false" tIns="43810" lIns="43810" bIns="43810" rIns="4381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281476" y="264159"/>
              <a:ext cx="674282" cy="632800"/>
            </a:xfrm>
            <a:custGeom>
              <a:avLst/>
              <a:gdLst/>
              <a:ahLst/>
              <a:cxnLst/>
              <a:rect r="r" b="b" t="t" l="l"/>
              <a:pathLst>
                <a:path h="632800" w="674282">
                  <a:moveTo>
                    <a:pt x="0" y="0"/>
                  </a:moveTo>
                  <a:lnTo>
                    <a:pt x="674282" y="0"/>
                  </a:lnTo>
                  <a:lnTo>
                    <a:pt x="674282" y="632800"/>
                  </a:lnTo>
                  <a:lnTo>
                    <a:pt x="0" y="63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77" r="0" b="-3277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1686730" y="279169"/>
              <a:ext cx="9425232" cy="33050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</a:pPr>
              <a:r>
                <a:rPr lang="en-US" sz="2698" spc="26" b="true">
                  <a:solidFill>
                    <a:srgbClr val="002F7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Benchmarking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</a:t>
              </a: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otion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Googl</a:t>
              </a: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 Agenda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YPT (Ye</a:t>
              </a: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olpumta)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Spoint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5045" y="3590408"/>
            <a:ext cx="8333971" cy="2612827"/>
            <a:chOff x="0" y="0"/>
            <a:chExt cx="11111962" cy="348376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237234" cy="1161118"/>
              <a:chOff x="0" y="0"/>
              <a:chExt cx="294040" cy="27595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94040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294040">
                    <a:moveTo>
                      <a:pt x="147020" y="0"/>
                    </a:moveTo>
                    <a:cubicBezTo>
                      <a:pt x="65823" y="0"/>
                      <a:pt x="0" y="61774"/>
                      <a:pt x="0" y="137975"/>
                    </a:cubicBezTo>
                    <a:cubicBezTo>
                      <a:pt x="0" y="214177"/>
                      <a:pt x="65823" y="275951"/>
                      <a:pt x="147020" y="275951"/>
                    </a:cubicBezTo>
                    <a:cubicBezTo>
                      <a:pt x="228217" y="275951"/>
                      <a:pt x="294040" y="214177"/>
                      <a:pt x="294040" y="137975"/>
                    </a:cubicBezTo>
                    <a:cubicBezTo>
                      <a:pt x="294040" y="61774"/>
                      <a:pt x="228217" y="0"/>
                      <a:pt x="147020" y="0"/>
                    </a:cubicBezTo>
                    <a:close/>
                  </a:path>
                </a:pathLst>
              </a:custGeom>
              <a:solidFill>
                <a:srgbClr val="E5FD64">
                  <a:alpha val="44706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27566" y="-12230"/>
                <a:ext cx="238908" cy="262310"/>
              </a:xfrm>
              <a:prstGeom prst="rect">
                <a:avLst/>
              </a:prstGeom>
            </p:spPr>
            <p:txBody>
              <a:bodyPr anchor="ctr" rtlCol="false" tIns="43810" lIns="43810" bIns="43810" rIns="4381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281189" y="263891"/>
              <a:ext cx="674855" cy="633337"/>
            </a:xfrm>
            <a:custGeom>
              <a:avLst/>
              <a:gdLst/>
              <a:ahLst/>
              <a:cxnLst/>
              <a:rect r="r" b="b" t="t" l="l"/>
              <a:pathLst>
                <a:path h="633337" w="674855">
                  <a:moveTo>
                    <a:pt x="0" y="0"/>
                  </a:moveTo>
                  <a:lnTo>
                    <a:pt x="674855" y="0"/>
                  </a:lnTo>
                  <a:lnTo>
                    <a:pt x="674855" y="633337"/>
                  </a:lnTo>
                  <a:lnTo>
                    <a:pt x="0" y="633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77" r="0" b="-327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686730" y="178698"/>
              <a:ext cx="9425232" cy="33050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</a:pPr>
              <a:r>
                <a:rPr lang="en-US" sz="2698" spc="26" b="true">
                  <a:solidFill>
                    <a:srgbClr val="002F7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Pesquisa Teórica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Levantamento bibliográfico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Artigos científicos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Sites especializados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Documentações técnicas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1333500"/>
            <a:ext cx="16230600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472" b="true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Metodologia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2831311"/>
            <a:ext cx="10909896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27" b="true">
                <a:solidFill>
                  <a:srgbClr val="3C3C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Tipo de Pesquisa: </a:t>
            </a:r>
            <a:r>
              <a:rPr lang="en-US" sz="2799" spc="27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Pesquisa Exploratória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59017" y="6570120"/>
            <a:ext cx="7900283" cy="2688180"/>
            <a:chOff x="0" y="0"/>
            <a:chExt cx="10533711" cy="358424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172322" cy="1161118"/>
              <a:chOff x="0" y="0"/>
              <a:chExt cx="278613" cy="27595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7861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278613">
                    <a:moveTo>
                      <a:pt x="139307" y="0"/>
                    </a:moveTo>
                    <a:cubicBezTo>
                      <a:pt x="62370" y="0"/>
                      <a:pt x="0" y="61774"/>
                      <a:pt x="0" y="137975"/>
                    </a:cubicBezTo>
                    <a:cubicBezTo>
                      <a:pt x="0" y="214177"/>
                      <a:pt x="62370" y="275951"/>
                      <a:pt x="139307" y="275951"/>
                    </a:cubicBezTo>
                    <a:cubicBezTo>
                      <a:pt x="216244" y="275951"/>
                      <a:pt x="278613" y="214177"/>
                      <a:pt x="278613" y="137975"/>
                    </a:cubicBezTo>
                    <a:cubicBezTo>
                      <a:pt x="278613" y="61774"/>
                      <a:pt x="216244" y="0"/>
                      <a:pt x="139307" y="0"/>
                    </a:cubicBezTo>
                    <a:close/>
                  </a:path>
                </a:pathLst>
              </a:custGeom>
              <a:solidFill>
                <a:srgbClr val="E5FD64">
                  <a:alpha val="44706"/>
                </a:srgbClr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26120" y="-12230"/>
                <a:ext cx="226373" cy="262310"/>
              </a:xfrm>
              <a:prstGeom prst="rect">
                <a:avLst/>
              </a:prstGeom>
            </p:spPr>
            <p:txBody>
              <a:bodyPr anchor="ctr" rtlCol="false" tIns="43810" lIns="43810" bIns="43810" rIns="4381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266708" y="264159"/>
              <a:ext cx="638906" cy="632800"/>
            </a:xfrm>
            <a:custGeom>
              <a:avLst/>
              <a:gdLst/>
              <a:ahLst/>
              <a:cxnLst/>
              <a:rect r="r" b="b" t="t" l="l"/>
              <a:pathLst>
                <a:path h="632800" w="638906">
                  <a:moveTo>
                    <a:pt x="0" y="0"/>
                  </a:moveTo>
                  <a:lnTo>
                    <a:pt x="638906" y="0"/>
                  </a:lnTo>
                  <a:lnTo>
                    <a:pt x="638906" y="632800"/>
                  </a:lnTo>
                  <a:lnTo>
                    <a:pt x="0" y="63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82" r="0" b="-48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 rot="0">
              <a:off x="1602977" y="279169"/>
              <a:ext cx="8930735" cy="33050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47"/>
                </a:lnSpc>
              </a:pPr>
              <a:r>
                <a:rPr lang="en-US" sz="2698" spc="26" b="true">
                  <a:solidFill>
                    <a:srgbClr val="002F7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Levantamento de Requisitos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Entendimento da necessidade dos estudantes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Funcionalidades essenciais </a:t>
              </a:r>
            </a:p>
            <a:p>
              <a:pPr algn="l" marL="582616" indent="-291308" lvl="1">
                <a:lnSpc>
                  <a:spcPts val="4047"/>
                </a:lnSpc>
                <a:buFont typeface="Arial"/>
                <a:buChar char="•"/>
              </a:pPr>
              <a:r>
                <a:rPr lang="en-US" sz="2698" spc="26">
                  <a:solidFill>
                    <a:srgbClr val="3C3C3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Regras e restrições do sistema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5400000">
            <a:off x="1665679" y="9507303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0" y="0"/>
                </a:moveTo>
                <a:lnTo>
                  <a:pt x="2274992" y="0"/>
                </a:lnTo>
                <a:lnTo>
                  <a:pt x="2274992" y="2274992"/>
                </a:lnTo>
                <a:lnTo>
                  <a:pt x="0" y="22749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400000">
            <a:off x="-868231" y="8791705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0" y="0"/>
                </a:moveTo>
                <a:lnTo>
                  <a:pt x="2274992" y="0"/>
                </a:lnTo>
                <a:lnTo>
                  <a:pt x="2274992" y="2274992"/>
                </a:lnTo>
                <a:lnTo>
                  <a:pt x="0" y="22749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5400000">
            <a:off x="16795084" y="715597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0" y="0"/>
                </a:moveTo>
                <a:lnTo>
                  <a:pt x="2274992" y="0"/>
                </a:lnTo>
                <a:lnTo>
                  <a:pt x="2274992" y="2274992"/>
                </a:lnTo>
                <a:lnTo>
                  <a:pt x="0" y="22749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5400000">
            <a:off x="14261174" y="0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2274992" y="0"/>
                </a:moveTo>
                <a:lnTo>
                  <a:pt x="0" y="0"/>
                </a:lnTo>
                <a:lnTo>
                  <a:pt x="0" y="2274992"/>
                </a:lnTo>
                <a:lnTo>
                  <a:pt x="2274992" y="2274992"/>
                </a:lnTo>
                <a:lnTo>
                  <a:pt x="2274992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97986"/>
            <a:ext cx="6096000" cy="7389014"/>
            <a:chOff x="0" y="0"/>
            <a:chExt cx="4816593" cy="58382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838233"/>
            </a:xfrm>
            <a:custGeom>
              <a:avLst/>
              <a:gdLst/>
              <a:ahLst/>
              <a:cxnLst/>
              <a:rect r="r" b="b" t="t" l="l"/>
              <a:pathLst>
                <a:path h="58382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838233"/>
                  </a:lnTo>
                  <a:lnTo>
                    <a:pt x="0" y="5838233"/>
                  </a:lnTo>
                  <a:close/>
                </a:path>
              </a:pathLst>
            </a:custGeom>
            <a:solidFill>
              <a:srgbClr val="3C3C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876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33500"/>
            <a:ext cx="16230600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472" b="true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Solução Desenvolvida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9299" y="3558540"/>
            <a:ext cx="4957402" cy="310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27">
                <a:solidFill>
                  <a:srgbClr val="E9E9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Tecnologias Utilizadas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HTML5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CSS3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JavaScript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PHP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96000" y="2897986"/>
            <a:ext cx="6096000" cy="7389014"/>
            <a:chOff x="0" y="0"/>
            <a:chExt cx="4816593" cy="58382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5838233"/>
            </a:xfrm>
            <a:custGeom>
              <a:avLst/>
              <a:gdLst/>
              <a:ahLst/>
              <a:cxnLst/>
              <a:rect r="r" b="b" t="t" l="l"/>
              <a:pathLst>
                <a:path h="58382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838233"/>
                  </a:lnTo>
                  <a:lnTo>
                    <a:pt x="0" y="5838233"/>
                  </a:lnTo>
                  <a:close/>
                </a:path>
              </a:pathLst>
            </a:custGeom>
            <a:solidFill>
              <a:srgbClr val="002F7F">
                <a:alpha val="8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16593" cy="5876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65299" y="3505200"/>
            <a:ext cx="4957402" cy="519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27">
                <a:solidFill>
                  <a:srgbClr val="E9E9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Funcionalidades-Chave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Cadastro e Login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Gestão de Tarefas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Planejamento Acadêmico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Cronômetro de Estudos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Sist</a:t>
            </a: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ema de Pontuação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Loja de Rec</a:t>
            </a:r>
            <a:r>
              <a:rPr lang="en-US" sz="2799" spc="27">
                <a:solidFill>
                  <a:srgbClr val="E9E9E9"/>
                </a:solidFill>
                <a:latin typeface="Montserrat"/>
                <a:ea typeface="Montserrat"/>
                <a:cs typeface="Montserrat"/>
                <a:sym typeface="Montserrat"/>
              </a:rPr>
              <a:t>ompensas (planejada)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192000" y="2897986"/>
            <a:ext cx="6096000" cy="7389014"/>
            <a:chOff x="0" y="0"/>
            <a:chExt cx="4816593" cy="58382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5838233"/>
            </a:xfrm>
            <a:custGeom>
              <a:avLst/>
              <a:gdLst/>
              <a:ahLst/>
              <a:cxnLst/>
              <a:rect r="r" b="b" t="t" l="l"/>
              <a:pathLst>
                <a:path h="58382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838233"/>
                  </a:lnTo>
                  <a:lnTo>
                    <a:pt x="0" y="5838233"/>
                  </a:lnTo>
                  <a:close/>
                </a:path>
              </a:pathLst>
            </a:custGeom>
            <a:solidFill>
              <a:srgbClr val="E5FD6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16593" cy="5876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762400" y="3505200"/>
            <a:ext cx="4955201" cy="415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27">
                <a:solidFill>
                  <a:srgbClr val="002F7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Diferencial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002F7F"/>
                </a:solidFill>
                <a:latin typeface="Montserrat"/>
                <a:ea typeface="Montserrat"/>
                <a:cs typeface="Montserrat"/>
                <a:sym typeface="Montserrat"/>
              </a:rPr>
              <a:t>Gamificação Educacional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002F7F"/>
                </a:solidFill>
                <a:latin typeface="Montserrat"/>
                <a:ea typeface="Montserrat"/>
                <a:cs typeface="Montserrat"/>
                <a:sym typeface="Montserrat"/>
              </a:rPr>
              <a:t>Recompensas por Tempo de Estudo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7">
                <a:solidFill>
                  <a:srgbClr val="002F7F"/>
                </a:solidFill>
                <a:latin typeface="Montserrat"/>
                <a:ea typeface="Montserrat"/>
                <a:cs typeface="Montserrat"/>
                <a:sym typeface="Montserrat"/>
              </a:rPr>
              <a:t>Inc</a:t>
            </a:r>
            <a:r>
              <a:rPr lang="en-US" sz="2799" spc="27">
                <a:solidFill>
                  <a:srgbClr val="002F7F"/>
                </a:solidFill>
                <a:latin typeface="Montserrat"/>
                <a:ea typeface="Montserrat"/>
                <a:cs typeface="Montserrat"/>
                <a:sym typeface="Montserrat"/>
              </a:rPr>
              <a:t>entivo à Constância Acadêmica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87131" y="3310841"/>
            <a:ext cx="766426" cy="7664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3C3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64018" y="3496489"/>
            <a:ext cx="212652" cy="395131"/>
          </a:xfrm>
          <a:custGeom>
            <a:avLst/>
            <a:gdLst/>
            <a:ahLst/>
            <a:cxnLst/>
            <a:rect r="r" b="b" t="t" l="l"/>
            <a:pathLst>
              <a:path h="395131" w="212652">
                <a:moveTo>
                  <a:pt x="0" y="0"/>
                </a:moveTo>
                <a:lnTo>
                  <a:pt x="212652" y="0"/>
                </a:lnTo>
                <a:lnTo>
                  <a:pt x="212652" y="395130"/>
                </a:lnTo>
                <a:lnTo>
                  <a:pt x="0" y="395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538434" y="3682371"/>
            <a:ext cx="2860069" cy="23367"/>
          </a:xfrm>
          <a:prstGeom prst="line">
            <a:avLst/>
          </a:prstGeom>
          <a:ln cap="flat" w="47625">
            <a:solidFill>
              <a:srgbClr val="3C3C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734683" y="3682371"/>
            <a:ext cx="2860069" cy="23367"/>
          </a:xfrm>
          <a:prstGeom prst="line">
            <a:avLst/>
          </a:prstGeom>
          <a:ln cap="flat" w="47625">
            <a:solidFill>
              <a:srgbClr val="3C3C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1930931" y="3682371"/>
            <a:ext cx="2860069" cy="23367"/>
          </a:xfrm>
          <a:prstGeom prst="line">
            <a:avLst/>
          </a:prstGeom>
          <a:ln cap="flat" w="47625">
            <a:solidFill>
              <a:srgbClr val="3C3C3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83380" y="3310841"/>
            <a:ext cx="766426" cy="7664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3C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896686" y="3496607"/>
            <a:ext cx="339812" cy="395131"/>
          </a:xfrm>
          <a:custGeom>
            <a:avLst/>
            <a:gdLst/>
            <a:ahLst/>
            <a:cxnLst/>
            <a:rect r="r" b="b" t="t" l="l"/>
            <a:pathLst>
              <a:path h="395131" w="339812">
                <a:moveTo>
                  <a:pt x="0" y="0"/>
                </a:moveTo>
                <a:lnTo>
                  <a:pt x="339813" y="0"/>
                </a:lnTo>
                <a:lnTo>
                  <a:pt x="339813" y="395130"/>
                </a:lnTo>
                <a:lnTo>
                  <a:pt x="0" y="395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879629" y="3310841"/>
            <a:ext cx="766426" cy="76642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3C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097468" y="3502444"/>
            <a:ext cx="330747" cy="390367"/>
          </a:xfrm>
          <a:custGeom>
            <a:avLst/>
            <a:gdLst/>
            <a:ahLst/>
            <a:cxnLst/>
            <a:rect r="r" b="b" t="t" l="l"/>
            <a:pathLst>
              <a:path h="390367" w="330747">
                <a:moveTo>
                  <a:pt x="0" y="0"/>
                </a:moveTo>
                <a:lnTo>
                  <a:pt x="330747" y="0"/>
                </a:lnTo>
                <a:lnTo>
                  <a:pt x="330747" y="390366"/>
                </a:lnTo>
                <a:lnTo>
                  <a:pt x="0" y="3903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075877" y="3310841"/>
            <a:ext cx="766426" cy="76642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3C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268520" y="3503517"/>
            <a:ext cx="381140" cy="390367"/>
          </a:xfrm>
          <a:custGeom>
            <a:avLst/>
            <a:gdLst/>
            <a:ahLst/>
            <a:cxnLst/>
            <a:rect r="r" b="b" t="t" l="l"/>
            <a:pathLst>
              <a:path h="390367" w="381140">
                <a:moveTo>
                  <a:pt x="0" y="0"/>
                </a:moveTo>
                <a:lnTo>
                  <a:pt x="381140" y="0"/>
                </a:lnTo>
                <a:lnTo>
                  <a:pt x="381140" y="390366"/>
                </a:lnTo>
                <a:lnTo>
                  <a:pt x="0" y="3903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333500"/>
            <a:ext cx="16230600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472" b="true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Como o Sis</a:t>
            </a:r>
            <a:r>
              <a:rPr lang="en-US" b="true" sz="8000" spc="-472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tema Funciona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9417" y="4428010"/>
            <a:ext cx="3641854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3300" spc="56">
                <a:solidFill>
                  <a:srgbClr val="3332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Planejar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43786" y="4428010"/>
            <a:ext cx="3641854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19"/>
              </a:lnSpc>
              <a:spcBef>
                <a:spcPct val="0"/>
              </a:spcBef>
            </a:pPr>
            <a:r>
              <a:rPr lang="en-US" b="true" sz="3299" spc="56">
                <a:solidFill>
                  <a:srgbClr val="3332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Exe</a:t>
            </a:r>
            <a:r>
              <a:rPr lang="en-US" b="true" sz="3299" spc="56" u="none">
                <a:solidFill>
                  <a:srgbClr val="3332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cutar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38156" y="4428010"/>
            <a:ext cx="3641854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19"/>
              </a:lnSpc>
              <a:spcBef>
                <a:spcPct val="0"/>
              </a:spcBef>
            </a:pPr>
            <a:r>
              <a:rPr lang="en-US" b="true" sz="3299" spc="56">
                <a:solidFill>
                  <a:srgbClr val="3332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</a:t>
            </a:r>
            <a:r>
              <a:rPr lang="en-US" b="true" sz="3299" spc="56" u="none">
                <a:solidFill>
                  <a:srgbClr val="3332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anhar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32525" y="4428010"/>
            <a:ext cx="3641854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 spc="56">
                <a:solidFill>
                  <a:srgbClr val="33322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Trocar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9417" y="5120795"/>
            <a:ext cx="3641854" cy="45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7"/>
              </a:lnSpc>
            </a:pPr>
            <a:r>
              <a:rPr lang="en-US" sz="2698" spc="45">
                <a:solidFill>
                  <a:srgbClr val="333229"/>
                </a:solidFill>
                <a:latin typeface="Montserrat"/>
                <a:ea typeface="Montserrat"/>
                <a:cs typeface="Montserrat"/>
                <a:sym typeface="Montserrat"/>
              </a:rPr>
              <a:t>Tarefas e metas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43786" y="5120795"/>
            <a:ext cx="3641854" cy="93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7"/>
              </a:lnSpc>
            </a:pPr>
            <a:r>
              <a:rPr lang="en-US" sz="2698" spc="45">
                <a:solidFill>
                  <a:srgbClr val="333229"/>
                </a:solidFill>
                <a:latin typeface="Montserrat"/>
                <a:ea typeface="Montserrat"/>
                <a:cs typeface="Montserrat"/>
                <a:sym typeface="Montserrat"/>
              </a:rPr>
              <a:t>Monitoramento dos estudos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34753" y="5120795"/>
            <a:ext cx="3641854" cy="93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7"/>
              </a:lnSpc>
            </a:pPr>
            <a:r>
              <a:rPr lang="en-US" sz="2698" spc="45">
                <a:solidFill>
                  <a:srgbClr val="333229"/>
                </a:solidFill>
                <a:latin typeface="Montserrat"/>
                <a:ea typeface="Montserrat"/>
                <a:cs typeface="Montserrat"/>
                <a:sym typeface="Montserrat"/>
              </a:rPr>
              <a:t>Pontos por tempo estudado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38163" y="5120795"/>
            <a:ext cx="3641854" cy="93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7"/>
              </a:lnSpc>
            </a:pPr>
            <a:r>
              <a:rPr lang="en-US" sz="2698" spc="45">
                <a:solidFill>
                  <a:srgbClr val="333229"/>
                </a:solidFill>
                <a:latin typeface="Montserrat"/>
                <a:ea typeface="Montserrat"/>
                <a:cs typeface="Montserrat"/>
                <a:sym typeface="Montserrat"/>
              </a:rPr>
              <a:t>Recompensas educacionais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5400000">
            <a:off x="7392319" y="7124020"/>
            <a:ext cx="3544797" cy="3544797"/>
          </a:xfrm>
          <a:custGeom>
            <a:avLst/>
            <a:gdLst/>
            <a:ahLst/>
            <a:cxnLst/>
            <a:rect r="r" b="b" t="t" l="l"/>
            <a:pathLst>
              <a:path h="3544797" w="3544797">
                <a:moveTo>
                  <a:pt x="0" y="0"/>
                </a:moveTo>
                <a:lnTo>
                  <a:pt x="3544796" y="0"/>
                </a:lnTo>
                <a:lnTo>
                  <a:pt x="3544796" y="3544796"/>
                </a:lnTo>
                <a:lnTo>
                  <a:pt x="0" y="3544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5400000">
            <a:off x="15134804" y="7124020"/>
            <a:ext cx="3544797" cy="3544797"/>
          </a:xfrm>
          <a:custGeom>
            <a:avLst/>
            <a:gdLst/>
            <a:ahLst/>
            <a:cxnLst/>
            <a:rect r="r" b="b" t="t" l="l"/>
            <a:pathLst>
              <a:path h="3544797" w="3544797">
                <a:moveTo>
                  <a:pt x="0" y="0"/>
                </a:moveTo>
                <a:lnTo>
                  <a:pt x="3544797" y="0"/>
                </a:lnTo>
                <a:lnTo>
                  <a:pt x="3544797" y="3544796"/>
                </a:lnTo>
                <a:lnTo>
                  <a:pt x="0" y="3544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5400000">
            <a:off x="11260676" y="7124020"/>
            <a:ext cx="3544797" cy="3544797"/>
          </a:xfrm>
          <a:custGeom>
            <a:avLst/>
            <a:gdLst/>
            <a:ahLst/>
            <a:cxnLst/>
            <a:rect r="r" b="b" t="t" l="l"/>
            <a:pathLst>
              <a:path h="3544797" w="3544797">
                <a:moveTo>
                  <a:pt x="3544796" y="0"/>
                </a:moveTo>
                <a:lnTo>
                  <a:pt x="0" y="0"/>
                </a:lnTo>
                <a:lnTo>
                  <a:pt x="0" y="3544796"/>
                </a:lnTo>
                <a:lnTo>
                  <a:pt x="3544796" y="3544796"/>
                </a:lnTo>
                <a:lnTo>
                  <a:pt x="3544796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true" rot="5400000">
            <a:off x="3526574" y="7124020"/>
            <a:ext cx="3544797" cy="3544797"/>
          </a:xfrm>
          <a:custGeom>
            <a:avLst/>
            <a:gdLst/>
            <a:ahLst/>
            <a:cxnLst/>
            <a:rect r="r" b="b" t="t" l="l"/>
            <a:pathLst>
              <a:path h="3544797" w="3544797">
                <a:moveTo>
                  <a:pt x="3544796" y="3544796"/>
                </a:moveTo>
                <a:lnTo>
                  <a:pt x="0" y="3544796"/>
                </a:lnTo>
                <a:lnTo>
                  <a:pt x="0" y="0"/>
                </a:lnTo>
                <a:lnTo>
                  <a:pt x="3544796" y="0"/>
                </a:lnTo>
                <a:lnTo>
                  <a:pt x="3544796" y="3544796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5400000">
            <a:off x="-341783" y="7124020"/>
            <a:ext cx="3544797" cy="3544797"/>
          </a:xfrm>
          <a:custGeom>
            <a:avLst/>
            <a:gdLst/>
            <a:ahLst/>
            <a:cxnLst/>
            <a:rect r="r" b="b" t="t" l="l"/>
            <a:pathLst>
              <a:path h="3544797" w="3544797">
                <a:moveTo>
                  <a:pt x="3544796" y="0"/>
                </a:moveTo>
                <a:lnTo>
                  <a:pt x="0" y="0"/>
                </a:lnTo>
                <a:lnTo>
                  <a:pt x="0" y="3544796"/>
                </a:lnTo>
                <a:lnTo>
                  <a:pt x="3544796" y="3544796"/>
                </a:lnTo>
                <a:lnTo>
                  <a:pt x="3544796" y="0"/>
                </a:lnTo>
                <a:close/>
              </a:path>
            </a:pathLst>
          </a:custGeom>
          <a:blipFill>
            <a:blip r:embed="rId10">
              <a:alphaModFix amt="19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-5400000">
            <a:off x="-9892682" y="3034126"/>
            <a:ext cx="18742242" cy="1648708"/>
            <a:chOff x="0" y="0"/>
            <a:chExt cx="4936228" cy="4342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36229" cy="434228"/>
            </a:xfrm>
            <a:custGeom>
              <a:avLst/>
              <a:gdLst/>
              <a:ahLst/>
              <a:cxnLst/>
              <a:rect r="r" b="b" t="t" l="l"/>
              <a:pathLst>
                <a:path h="434228" w="4936229">
                  <a:moveTo>
                    <a:pt x="0" y="0"/>
                  </a:moveTo>
                  <a:lnTo>
                    <a:pt x="4936229" y="0"/>
                  </a:lnTo>
                  <a:lnTo>
                    <a:pt x="4936229" y="434228"/>
                  </a:lnTo>
                  <a:lnTo>
                    <a:pt x="0" y="434228"/>
                  </a:lnTo>
                  <a:close/>
                </a:path>
              </a:pathLst>
            </a:custGeom>
            <a:solidFill>
              <a:srgbClr val="E5FD6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936228" cy="472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9237590" y="1996399"/>
            <a:ext cx="18742242" cy="1648708"/>
            <a:chOff x="0" y="0"/>
            <a:chExt cx="4936228" cy="434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6229" cy="434228"/>
            </a:xfrm>
            <a:custGeom>
              <a:avLst/>
              <a:gdLst/>
              <a:ahLst/>
              <a:cxnLst/>
              <a:rect r="r" b="b" t="t" l="l"/>
              <a:pathLst>
                <a:path h="434228" w="4936229">
                  <a:moveTo>
                    <a:pt x="0" y="0"/>
                  </a:moveTo>
                  <a:lnTo>
                    <a:pt x="4936229" y="0"/>
                  </a:lnTo>
                  <a:lnTo>
                    <a:pt x="4936229" y="434228"/>
                  </a:lnTo>
                  <a:lnTo>
                    <a:pt x="0" y="434228"/>
                  </a:lnTo>
                  <a:close/>
                </a:path>
              </a:pathLst>
            </a:custGeom>
            <a:solidFill>
              <a:srgbClr val="E5FD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36228" cy="472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33500"/>
            <a:ext cx="16230600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472" b="true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Situação Atual do Projeto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867" y="3040866"/>
          <a:ext cx="16230600" cy="3524250"/>
        </p:xfrm>
        <a:graphic>
          <a:graphicData uri="http://schemas.openxmlformats.org/drawingml/2006/table">
            <a:tbl>
              <a:tblPr/>
              <a:tblGrid>
                <a:gridCol w="8256237"/>
                <a:gridCol w="7974363"/>
              </a:tblGrid>
              <a:tr h="9264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002F7F"/>
                          </a:solidFill>
                          <a:latin typeface="Montserrat Heavy"/>
                          <a:ea typeface="Montserrat Heavy"/>
                          <a:cs typeface="Montserrat Heavy"/>
                          <a:sym typeface="Montserrat Heavy"/>
                        </a:rPr>
                        <a:t>Concluído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80D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80D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7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99">
                          <a:solidFill>
                            <a:srgbClr val="002F7F"/>
                          </a:solidFill>
                          <a:latin typeface="Montserrat Heavy"/>
                          <a:ea typeface="Montserrat Heavy"/>
                          <a:cs typeface="Montserrat Heavy"/>
                          <a:sym typeface="Montserrat Heavy"/>
                        </a:rPr>
                        <a:t>Em Desenvolvimento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80D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80D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7821">
                <a:tc>
                  <a:txBody>
                    <a:bodyPr anchor="t" rtlCol="false"/>
                    <a:lstStyle/>
                    <a:p>
                      <a:pPr algn="ctr" marL="582925" indent="-291463" lvl="1">
                        <a:lnSpc>
                          <a:spcPts val="3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2699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Identidade visual (Brand Board)</a:t>
                      </a:r>
                      <a:endParaRPr lang="en-US" sz="1100"/>
                    </a:p>
                    <a:p>
                      <a:pPr algn="ctr" marL="582925" indent="-291463" lvl="1">
                        <a:lnSpc>
                          <a:spcPts val="3239"/>
                        </a:lnSpc>
                        <a:buFont typeface="Arial"/>
                        <a:buChar char="•"/>
                      </a:pPr>
                      <a:r>
                        <a:rPr lang="en-US" b="true" sz="2699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Artigo científico</a:t>
                      </a:r>
                    </a:p>
                    <a:p>
                      <a:pPr algn="ctr" marL="582925" indent="-291463" lvl="1">
                        <a:lnSpc>
                          <a:spcPts val="3239"/>
                        </a:lnSpc>
                        <a:buFont typeface="Arial"/>
                        <a:buChar char="•"/>
                      </a:pPr>
                      <a:r>
                        <a:rPr lang="en-US" b="true" sz="2699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Protótipo das principais interfaces</a:t>
                      </a:r>
                    </a:p>
                    <a:p>
                      <a:pPr algn="ctr" marL="582925" indent="-291463" lvl="1">
                        <a:lnSpc>
                          <a:spcPts val="3239"/>
                        </a:lnSpc>
                        <a:buFont typeface="Arial"/>
                        <a:buChar char="•"/>
                      </a:pPr>
                      <a:r>
                        <a:rPr lang="en-US" b="true" sz="2699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Planejamento das funcionalidades</a:t>
                      </a:r>
                    </a:p>
                    <a:p>
                      <a:pPr algn="ctr">
                        <a:lnSpc>
                          <a:spcPts val="323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E5F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E5F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E5F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5F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582925" indent="-291463" lvl="1">
                        <a:lnSpc>
                          <a:spcPts val="3239"/>
                        </a:lnSpc>
                        <a:spcBef>
                          <a:spcPct val="0"/>
                        </a:spcBef>
                        <a:buFont typeface="Arial"/>
                        <a:buChar char="•"/>
                        <a:defRPr/>
                      </a:pPr>
                      <a:r>
                        <a:rPr lang="en-US" b="true" sz="2699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Front-</a:t>
                      </a: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end do </a:t>
                      </a: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sistem</a:t>
                      </a: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</a:t>
                      </a:r>
                      <a:endParaRPr lang="en-US" sz="1100"/>
                    </a:p>
                    <a:p>
                      <a:pPr algn="ctr" marL="582925" indent="-291463" lvl="1">
                        <a:lnSpc>
                          <a:spcPts val="3239"/>
                        </a:lnSpc>
                        <a:spcBef>
                          <a:spcPct val="0"/>
                        </a:spcBef>
                        <a:buFont typeface="Arial"/>
                        <a:buChar char="•"/>
                      </a:pP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Impleme</a:t>
                      </a: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</a:t>
                      </a: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</a:t>
                      </a: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</a:t>
                      </a: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ção</a:t>
                      </a: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e</a:t>
                      </a: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</a:t>
                      </a: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PHP</a:t>
                      </a:r>
                    </a:p>
                    <a:p>
                      <a:pPr algn="ctr" marL="582925" indent="-291463" lvl="1">
                        <a:lnSpc>
                          <a:spcPts val="3239"/>
                        </a:lnSpc>
                        <a:spcBef>
                          <a:spcPct val="0"/>
                        </a:spcBef>
                        <a:buFont typeface="Arial"/>
                        <a:buChar char="•"/>
                      </a:pPr>
                      <a:r>
                        <a:rPr lang="en-US" b="true" sz="2699" strike="noStrike" u="none">
                          <a:solidFill>
                            <a:srgbClr val="3C3C3C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Página inicial, cadastro e login</a:t>
                      </a:r>
                    </a:p>
                    <a:p>
                      <a:pPr algn="ctr" marL="0" indent="0" lvl="0">
                        <a:lnSpc>
                          <a:spcPts val="3239"/>
                        </a:lnSpc>
                        <a:spcBef>
                          <a:spcPct val="0"/>
                        </a:spcBef>
                      </a:pPr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E5F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E5F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E5F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E5F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>
            <a:off x="1028867" y="6464700"/>
            <a:ext cx="16230600" cy="71246"/>
          </a:xfrm>
          <a:prstGeom prst="line">
            <a:avLst/>
          </a:prstGeom>
          <a:ln cap="rnd" w="76200">
            <a:solidFill>
              <a:srgbClr val="E5FD6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9285022" y="3953606"/>
            <a:ext cx="0" cy="2539236"/>
          </a:xfrm>
          <a:prstGeom prst="line">
            <a:avLst/>
          </a:prstGeom>
          <a:ln cap="rnd" w="76200">
            <a:solidFill>
              <a:srgbClr val="E5FD6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652318" y="7078871"/>
            <a:ext cx="326540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799" spc="27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Pró</a:t>
            </a:r>
            <a:r>
              <a:rPr lang="en-US" b="true" sz="2799" spc="27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ximas Etapas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10493" y="8058041"/>
            <a:ext cx="6749058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30" indent="-291465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00" spc="27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Finalização </a:t>
            </a:r>
            <a:r>
              <a:rPr lang="en-US" b="true" sz="2700" spc="27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 Validação do Sistema</a:t>
            </a:r>
          </a:p>
          <a:p>
            <a:pPr algn="ctr" marL="582930" indent="-291465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00" spc="27">
                <a:solidFill>
                  <a:srgbClr val="3C3C3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Expansão das Funcionalidades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1807271" y="8884590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0" y="0"/>
                </a:moveTo>
                <a:lnTo>
                  <a:pt x="2274992" y="0"/>
                </a:lnTo>
                <a:lnTo>
                  <a:pt x="2274992" y="2274992"/>
                </a:lnTo>
                <a:lnTo>
                  <a:pt x="0" y="227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-726639" y="8168993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2274992" y="0"/>
                </a:moveTo>
                <a:lnTo>
                  <a:pt x="0" y="0"/>
                </a:lnTo>
                <a:lnTo>
                  <a:pt x="0" y="2274992"/>
                </a:lnTo>
                <a:lnTo>
                  <a:pt x="2274992" y="2274992"/>
                </a:lnTo>
                <a:lnTo>
                  <a:pt x="2274992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21786"/>
            <a:ext cx="8115300" cy="314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2833" spc="28" b="true">
                <a:solidFill>
                  <a:srgbClr val="002F7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Desenvolvimento Realizado</a:t>
            </a:r>
          </a:p>
          <a:p>
            <a:pPr algn="l" marL="611659" indent="-305829" lvl="1">
              <a:lnSpc>
                <a:spcPts val="4249"/>
              </a:lnSpc>
              <a:buFont typeface="Arial"/>
              <a:buChar char="•"/>
            </a:pP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Identidade Visual e Prototipagem (UI/UX)</a:t>
            </a:r>
          </a:p>
          <a:p>
            <a:pPr algn="l" marL="611659" indent="-305829" lvl="1">
              <a:lnSpc>
                <a:spcPts val="4249"/>
              </a:lnSpc>
              <a:buFont typeface="Arial"/>
              <a:buChar char="•"/>
            </a:pP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Implementação Inicial do Sistema</a:t>
            </a:r>
          </a:p>
          <a:p>
            <a:pPr algn="l" marL="611659" indent="-305829" lvl="1">
              <a:lnSpc>
                <a:spcPts val="4249"/>
              </a:lnSpc>
              <a:buFont typeface="Arial"/>
              <a:buChar char="•"/>
            </a:pP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Fundamentação em Engenharia de Software e Gamificação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9922" y="2821786"/>
            <a:ext cx="7323155" cy="261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2833" spc="28" b="true">
                <a:solidFill>
                  <a:srgbClr val="002F7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Potencial da Solução</a:t>
            </a:r>
          </a:p>
          <a:p>
            <a:pPr algn="l" marL="611659" indent="-305829" lvl="1">
              <a:lnSpc>
                <a:spcPts val="4249"/>
              </a:lnSpc>
              <a:buFont typeface="Arial"/>
              <a:buChar char="•"/>
            </a:pP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Organização Acadêmica Integrada</a:t>
            </a:r>
          </a:p>
          <a:p>
            <a:pPr algn="l" marL="611659" indent="-305829" lvl="1">
              <a:lnSpc>
                <a:spcPts val="4249"/>
              </a:lnSpc>
              <a:buFont typeface="Arial"/>
              <a:buChar char="•"/>
            </a:pP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Ga</a:t>
            </a: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mificação Aplicada aos Estudos</a:t>
            </a:r>
          </a:p>
          <a:p>
            <a:pPr algn="l" marL="611659" indent="-305829" lvl="1">
              <a:lnSpc>
                <a:spcPts val="4249"/>
              </a:lnSpc>
              <a:buFont typeface="Arial"/>
              <a:buChar char="•"/>
            </a:pP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Incentivo ao Engajamento Estudantil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310619"/>
            <a:ext cx="8211142" cy="1558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2833" spc="28" b="true">
                <a:solidFill>
                  <a:srgbClr val="002F7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Impacto Social</a:t>
            </a:r>
          </a:p>
          <a:p>
            <a:pPr algn="l" marL="611659" indent="-305829" lvl="1">
              <a:lnSpc>
                <a:spcPts val="4249"/>
              </a:lnSpc>
              <a:buFont typeface="Arial"/>
              <a:buChar char="•"/>
            </a:pP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Valorização do Esforço Acadêmico</a:t>
            </a:r>
          </a:p>
          <a:p>
            <a:pPr algn="l" marL="611659" indent="-305829" lvl="1">
              <a:lnSpc>
                <a:spcPts val="4249"/>
              </a:lnSpc>
              <a:buFont typeface="Arial"/>
              <a:buChar char="•"/>
            </a:pP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Inclusão por Recompensas Educacionais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09922" y="5780557"/>
            <a:ext cx="8211142" cy="208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2833" spc="28" b="true">
                <a:solidFill>
                  <a:srgbClr val="002F7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Próximos Passos</a:t>
            </a:r>
          </a:p>
          <a:p>
            <a:pPr algn="l" marL="611659" indent="-305829" lvl="1">
              <a:lnSpc>
                <a:spcPts val="4249"/>
              </a:lnSpc>
              <a:buFont typeface="Arial"/>
              <a:buChar char="•"/>
            </a:pP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Finalização do Sistema</a:t>
            </a:r>
          </a:p>
          <a:p>
            <a:pPr algn="l" marL="611659" indent="-305829" lvl="1">
              <a:lnSpc>
                <a:spcPts val="4249"/>
              </a:lnSpc>
              <a:buFont typeface="Arial"/>
              <a:buChar char="•"/>
            </a:pP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Validação com Usuários</a:t>
            </a:r>
          </a:p>
          <a:p>
            <a:pPr algn="l" marL="611659" indent="-305829" lvl="1">
              <a:lnSpc>
                <a:spcPts val="4249"/>
              </a:lnSpc>
              <a:buFont typeface="Arial"/>
              <a:buChar char="•"/>
            </a:pP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Expa</a:t>
            </a:r>
            <a:r>
              <a:rPr lang="en-US" sz="2833" spc="28">
                <a:solidFill>
                  <a:srgbClr val="3C3C3C"/>
                </a:solidFill>
                <a:latin typeface="Montserrat"/>
                <a:ea typeface="Montserrat"/>
                <a:cs typeface="Montserrat"/>
                <a:sym typeface="Montserrat"/>
              </a:rPr>
              <a:t>nsão das Funcionalidades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16683568" y="0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0" y="0"/>
                </a:moveTo>
                <a:lnTo>
                  <a:pt x="2274992" y="0"/>
                </a:lnTo>
                <a:lnTo>
                  <a:pt x="2274992" y="2274992"/>
                </a:lnTo>
                <a:lnTo>
                  <a:pt x="0" y="227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5400000">
            <a:off x="14200920" y="0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2274992" y="0"/>
                </a:moveTo>
                <a:lnTo>
                  <a:pt x="0" y="0"/>
                </a:lnTo>
                <a:lnTo>
                  <a:pt x="0" y="2274992"/>
                </a:lnTo>
                <a:lnTo>
                  <a:pt x="2274992" y="2274992"/>
                </a:lnTo>
                <a:lnTo>
                  <a:pt x="2274992" y="0"/>
                </a:lnTo>
                <a:close/>
              </a:path>
            </a:pathLst>
          </a:custGeom>
          <a:blipFill>
            <a:blip r:embed="rId2">
              <a:alphaModFix amt="9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33500"/>
            <a:ext cx="8115300" cy="911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spc="-472" b="true">
                <a:solidFill>
                  <a:srgbClr val="002F7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Conclusão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108796" y="8222582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2274992" y="0"/>
                </a:moveTo>
                <a:lnTo>
                  <a:pt x="0" y="0"/>
                </a:lnTo>
                <a:lnTo>
                  <a:pt x="0" y="2274992"/>
                </a:lnTo>
                <a:lnTo>
                  <a:pt x="2274992" y="2274992"/>
                </a:lnTo>
                <a:lnTo>
                  <a:pt x="2274992" y="0"/>
                </a:lnTo>
                <a:close/>
              </a:path>
            </a:pathLst>
          </a:custGeom>
          <a:blipFill>
            <a:blip r:embed="rId2">
              <a:alphaModFix amt="9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true" rot="0">
            <a:off x="14113619" y="8539770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0" y="2274992"/>
                </a:moveTo>
                <a:lnTo>
                  <a:pt x="2274993" y="2274992"/>
                </a:lnTo>
                <a:lnTo>
                  <a:pt x="2274993" y="0"/>
                </a:lnTo>
                <a:lnTo>
                  <a:pt x="0" y="0"/>
                </a:lnTo>
                <a:lnTo>
                  <a:pt x="0" y="2274992"/>
                </a:lnTo>
                <a:close/>
              </a:path>
            </a:pathLst>
          </a:custGeom>
          <a:blipFill>
            <a:blip r:embed="rId2">
              <a:alphaModFix amt="9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6563213" y="6057122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2274992" y="2274992"/>
                </a:moveTo>
                <a:lnTo>
                  <a:pt x="0" y="2274992"/>
                </a:lnTo>
                <a:lnTo>
                  <a:pt x="0" y="0"/>
                </a:lnTo>
                <a:lnTo>
                  <a:pt x="2274992" y="0"/>
                </a:lnTo>
                <a:lnTo>
                  <a:pt x="2274992" y="2274992"/>
                </a:lnTo>
                <a:close/>
              </a:path>
            </a:pathLst>
          </a:custGeom>
          <a:blipFill>
            <a:blip r:embed="rId2">
              <a:alphaModFix amt="9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563213" y="8539770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2274992" y="0"/>
                </a:moveTo>
                <a:lnTo>
                  <a:pt x="0" y="0"/>
                </a:lnTo>
                <a:lnTo>
                  <a:pt x="0" y="2274992"/>
                </a:lnTo>
                <a:lnTo>
                  <a:pt x="2274992" y="2274992"/>
                </a:lnTo>
                <a:lnTo>
                  <a:pt x="2274992" y="0"/>
                </a:lnTo>
                <a:close/>
              </a:path>
            </a:pathLst>
          </a:custGeom>
          <a:blipFill>
            <a:blip r:embed="rId2">
              <a:alphaModFix amt="9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796" y="0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0" y="0"/>
                </a:moveTo>
                <a:lnTo>
                  <a:pt x="2274992" y="0"/>
                </a:lnTo>
                <a:lnTo>
                  <a:pt x="2274992" y="2274992"/>
                </a:lnTo>
                <a:lnTo>
                  <a:pt x="0" y="227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08796" y="2482648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2274992" y="0"/>
                </a:moveTo>
                <a:lnTo>
                  <a:pt x="0" y="0"/>
                </a:lnTo>
                <a:lnTo>
                  <a:pt x="0" y="2274992"/>
                </a:lnTo>
                <a:lnTo>
                  <a:pt x="2274992" y="2274992"/>
                </a:lnTo>
                <a:lnTo>
                  <a:pt x="2274992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16121804" y="8160599"/>
            <a:ext cx="2274992" cy="2274992"/>
          </a:xfrm>
          <a:custGeom>
            <a:avLst/>
            <a:gdLst/>
            <a:ahLst/>
            <a:cxnLst/>
            <a:rect r="r" b="b" t="t" l="l"/>
            <a:pathLst>
              <a:path h="2274992" w="2274992">
                <a:moveTo>
                  <a:pt x="2274992" y="0"/>
                </a:moveTo>
                <a:lnTo>
                  <a:pt x="0" y="0"/>
                </a:lnTo>
                <a:lnTo>
                  <a:pt x="0" y="2274992"/>
                </a:lnTo>
                <a:lnTo>
                  <a:pt x="2274992" y="2274992"/>
                </a:lnTo>
                <a:lnTo>
                  <a:pt x="2274992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814821" y="6693949"/>
            <a:ext cx="658358" cy="279516"/>
            <a:chOff x="0" y="0"/>
            <a:chExt cx="128066" cy="543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66" cy="54372"/>
            </a:xfrm>
            <a:custGeom>
              <a:avLst/>
              <a:gdLst/>
              <a:ahLst/>
              <a:cxnLst/>
              <a:rect r="r" b="b" t="t" l="l"/>
              <a:pathLst>
                <a:path h="54372" w="128066">
                  <a:moveTo>
                    <a:pt x="0" y="0"/>
                  </a:moveTo>
                  <a:lnTo>
                    <a:pt x="128066" y="0"/>
                  </a:lnTo>
                  <a:lnTo>
                    <a:pt x="128066" y="54372"/>
                  </a:lnTo>
                  <a:lnTo>
                    <a:pt x="0" y="54372"/>
                  </a:lnTo>
                  <a:close/>
                </a:path>
              </a:pathLst>
            </a:custGeom>
            <a:solidFill>
              <a:srgbClr val="E5FD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066" cy="101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500471" y="3772544"/>
            <a:ext cx="11287059" cy="2091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17"/>
              </a:lnSpc>
              <a:spcBef>
                <a:spcPct val="0"/>
              </a:spcBef>
            </a:pPr>
            <a:r>
              <a:rPr lang="en-US" b="true" sz="8117" spc="137" u="none">
                <a:solidFill>
                  <a:srgbClr val="E5FD6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Agradecemos </a:t>
            </a:r>
          </a:p>
          <a:p>
            <a:pPr algn="ctr" marL="0" indent="0" lvl="0">
              <a:lnSpc>
                <a:spcPts val="8117"/>
              </a:lnSpc>
              <a:spcBef>
                <a:spcPct val="0"/>
              </a:spcBef>
            </a:pPr>
            <a:r>
              <a:rPr lang="en-US" b="true" sz="8117" spc="137" u="none">
                <a:solidFill>
                  <a:srgbClr val="E5FD6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pela atenção!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76250"/>
            <a:ext cx="1441104" cy="594282"/>
            <a:chOff x="0" y="0"/>
            <a:chExt cx="1921472" cy="792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1088" cy="792376"/>
            </a:xfrm>
            <a:custGeom>
              <a:avLst/>
              <a:gdLst/>
              <a:ahLst/>
              <a:cxnLst/>
              <a:rect r="r" b="b" t="t" l="l"/>
              <a:pathLst>
                <a:path h="792376" w="1881088">
                  <a:moveTo>
                    <a:pt x="0" y="0"/>
                  </a:moveTo>
                  <a:lnTo>
                    <a:pt x="1881088" y="0"/>
                  </a:lnTo>
                  <a:lnTo>
                    <a:pt x="1881088" y="792376"/>
                  </a:lnTo>
                  <a:lnTo>
                    <a:pt x="0" y="79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2206" t="-133282" r="-29892" b="-15153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3538" y="0"/>
              <a:ext cx="67934" cy="67934"/>
            </a:xfrm>
            <a:custGeom>
              <a:avLst/>
              <a:gdLst/>
              <a:ahLst/>
              <a:cxnLst/>
              <a:rect r="r" b="b" t="t" l="l"/>
              <a:pathLst>
                <a:path h="67934" w="67934">
                  <a:moveTo>
                    <a:pt x="0" y="0"/>
                  </a:moveTo>
                  <a:lnTo>
                    <a:pt x="67934" y="0"/>
                  </a:lnTo>
                  <a:lnTo>
                    <a:pt x="67934" y="67934"/>
                  </a:lnTo>
                  <a:lnTo>
                    <a:pt x="0" y="67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412223" y="476250"/>
            <a:ext cx="1512794" cy="594282"/>
            <a:chOff x="0" y="0"/>
            <a:chExt cx="398431" cy="156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8431" cy="156519"/>
            </a:xfrm>
            <a:custGeom>
              <a:avLst/>
              <a:gdLst/>
              <a:ahLst/>
              <a:cxnLst/>
              <a:rect r="r" b="b" t="t" l="l"/>
              <a:pathLst>
                <a:path h="156519" w="398431">
                  <a:moveTo>
                    <a:pt x="76764" y="0"/>
                  </a:moveTo>
                  <a:lnTo>
                    <a:pt x="321667" y="0"/>
                  </a:lnTo>
                  <a:cubicBezTo>
                    <a:pt x="364063" y="0"/>
                    <a:pt x="398431" y="34369"/>
                    <a:pt x="398431" y="76764"/>
                  </a:cubicBezTo>
                  <a:lnTo>
                    <a:pt x="398431" y="79754"/>
                  </a:lnTo>
                  <a:cubicBezTo>
                    <a:pt x="398431" y="100113"/>
                    <a:pt x="390344" y="119639"/>
                    <a:pt x="375947" y="134035"/>
                  </a:cubicBezTo>
                  <a:cubicBezTo>
                    <a:pt x="361551" y="148431"/>
                    <a:pt x="342026" y="156519"/>
                    <a:pt x="321667" y="156519"/>
                  </a:cubicBezTo>
                  <a:lnTo>
                    <a:pt x="76764" y="156519"/>
                  </a:lnTo>
                  <a:cubicBezTo>
                    <a:pt x="34369" y="156519"/>
                    <a:pt x="0" y="122150"/>
                    <a:pt x="0" y="79754"/>
                  </a:cubicBezTo>
                  <a:lnTo>
                    <a:pt x="0" y="76764"/>
                  </a:lnTo>
                  <a:cubicBezTo>
                    <a:pt x="0" y="34369"/>
                    <a:pt x="34369" y="0"/>
                    <a:pt x="76764" y="0"/>
                  </a:cubicBezTo>
                  <a:close/>
                </a:path>
              </a:pathLst>
            </a:custGeom>
            <a:solidFill>
              <a:srgbClr val="003DA8"/>
            </a:solidFill>
            <a:ln w="19050" cap="sq">
              <a:solidFill>
                <a:srgbClr val="E5FD6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98431" cy="2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10767" y="476250"/>
            <a:ext cx="2395073" cy="594282"/>
            <a:chOff x="0" y="0"/>
            <a:chExt cx="630801" cy="1565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0801" cy="156519"/>
            </a:xfrm>
            <a:custGeom>
              <a:avLst/>
              <a:gdLst/>
              <a:ahLst/>
              <a:cxnLst/>
              <a:rect r="r" b="b" t="t" l="l"/>
              <a:pathLst>
                <a:path h="156519" w="630801">
                  <a:moveTo>
                    <a:pt x="48487" y="0"/>
                  </a:moveTo>
                  <a:lnTo>
                    <a:pt x="582315" y="0"/>
                  </a:lnTo>
                  <a:cubicBezTo>
                    <a:pt x="595174" y="0"/>
                    <a:pt x="607507" y="5108"/>
                    <a:pt x="616600" y="14201"/>
                  </a:cubicBezTo>
                  <a:cubicBezTo>
                    <a:pt x="625693" y="23294"/>
                    <a:pt x="630801" y="35627"/>
                    <a:pt x="630801" y="48487"/>
                  </a:cubicBezTo>
                  <a:lnTo>
                    <a:pt x="630801" y="108032"/>
                  </a:lnTo>
                  <a:cubicBezTo>
                    <a:pt x="630801" y="120892"/>
                    <a:pt x="625693" y="133224"/>
                    <a:pt x="616600" y="142317"/>
                  </a:cubicBezTo>
                  <a:cubicBezTo>
                    <a:pt x="607507" y="151410"/>
                    <a:pt x="595174" y="156519"/>
                    <a:pt x="582315" y="156519"/>
                  </a:cubicBezTo>
                  <a:lnTo>
                    <a:pt x="48487" y="156519"/>
                  </a:lnTo>
                  <a:cubicBezTo>
                    <a:pt x="35627" y="156519"/>
                    <a:pt x="23294" y="151410"/>
                    <a:pt x="14201" y="142317"/>
                  </a:cubicBezTo>
                  <a:cubicBezTo>
                    <a:pt x="5108" y="133224"/>
                    <a:pt x="0" y="120892"/>
                    <a:pt x="0" y="108032"/>
                  </a:cubicBezTo>
                  <a:lnTo>
                    <a:pt x="0" y="48487"/>
                  </a:lnTo>
                  <a:cubicBezTo>
                    <a:pt x="0" y="35627"/>
                    <a:pt x="5108" y="23294"/>
                    <a:pt x="14201" y="14201"/>
                  </a:cubicBezTo>
                  <a:cubicBezTo>
                    <a:pt x="23294" y="5108"/>
                    <a:pt x="35627" y="0"/>
                    <a:pt x="48487" y="0"/>
                  </a:cubicBezTo>
                  <a:close/>
                </a:path>
              </a:pathLst>
            </a:custGeom>
            <a:solidFill>
              <a:srgbClr val="E5FD64"/>
            </a:solidFill>
            <a:ln w="19050" cap="sq">
              <a:solidFill>
                <a:srgbClr val="E5FD6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30801" cy="2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9550" y="1504950"/>
            <a:ext cx="17868900" cy="6877050"/>
            <a:chOff x="0" y="0"/>
            <a:chExt cx="4706212" cy="1811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06212" cy="1811239"/>
            </a:xfrm>
            <a:custGeom>
              <a:avLst/>
              <a:gdLst/>
              <a:ahLst/>
              <a:cxnLst/>
              <a:rect r="r" b="b" t="t" l="l"/>
              <a:pathLst>
                <a:path h="1811239" w="4706212">
                  <a:moveTo>
                    <a:pt x="0" y="0"/>
                  </a:moveTo>
                  <a:lnTo>
                    <a:pt x="4706212" y="0"/>
                  </a:lnTo>
                  <a:lnTo>
                    <a:pt x="4706212" y="1811239"/>
                  </a:lnTo>
                  <a:lnTo>
                    <a:pt x="0" y="1811239"/>
                  </a:lnTo>
                  <a:close/>
                </a:path>
              </a:pathLst>
            </a:custGeom>
            <a:solidFill>
              <a:srgbClr val="003D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706212" cy="1868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9550" y="8382000"/>
            <a:ext cx="17868900" cy="1905000"/>
            <a:chOff x="0" y="0"/>
            <a:chExt cx="4706212" cy="5017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06212" cy="501728"/>
            </a:xfrm>
            <a:custGeom>
              <a:avLst/>
              <a:gdLst/>
              <a:ahLst/>
              <a:cxnLst/>
              <a:rect r="r" b="b" t="t" l="l"/>
              <a:pathLst>
                <a:path h="501728" w="4706212">
                  <a:moveTo>
                    <a:pt x="0" y="0"/>
                  </a:moveTo>
                  <a:lnTo>
                    <a:pt x="4706212" y="0"/>
                  </a:lnTo>
                  <a:lnTo>
                    <a:pt x="4706212" y="501728"/>
                  </a:lnTo>
                  <a:lnTo>
                    <a:pt x="0" y="501728"/>
                  </a:lnTo>
                  <a:close/>
                </a:path>
              </a:pathLst>
            </a:custGeom>
            <a:solidFill>
              <a:srgbClr val="002F7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706212" cy="558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42321" y="9025725"/>
            <a:ext cx="2683956" cy="617551"/>
            <a:chOff x="0" y="0"/>
            <a:chExt cx="3578608" cy="823401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1298004" y="-47625"/>
              <a:ext cx="1934296" cy="5470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3F4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+1 milhão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51696" y="373574"/>
              <a:ext cx="2626912" cy="449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3F4F0"/>
                  </a:solidFill>
                  <a:latin typeface="Inter"/>
                  <a:ea typeface="Inter"/>
                  <a:cs typeface="Inter"/>
                  <a:sym typeface="Inter"/>
                </a:rPr>
                <a:t>horas de estudo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1651"/>
              <a:ext cx="764095" cy="800100"/>
            </a:xfrm>
            <a:custGeom>
              <a:avLst/>
              <a:gdLst/>
              <a:ahLst/>
              <a:cxnLst/>
              <a:rect r="r" b="b" t="t" l="l"/>
              <a:pathLst>
                <a:path h="800100" w="764095">
                  <a:moveTo>
                    <a:pt x="0" y="0"/>
                  </a:moveTo>
                  <a:lnTo>
                    <a:pt x="764095" y="0"/>
                  </a:lnTo>
                  <a:lnTo>
                    <a:pt x="764095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626361" y="9025738"/>
            <a:ext cx="2909114" cy="617524"/>
            <a:chOff x="0" y="0"/>
            <a:chExt cx="3878818" cy="82336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1463926" y="-47625"/>
              <a:ext cx="1934296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3F4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100%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983330" y="373574"/>
              <a:ext cx="2895488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3F4F0"/>
                  </a:solidFill>
                  <a:latin typeface="Inter"/>
                  <a:ea typeface="Inter"/>
                  <a:cs typeface="Inter"/>
                  <a:sym typeface="Inter"/>
                </a:rPr>
                <a:t>foco no seu futuro</a:t>
              </a:r>
            </a:p>
          </p:txBody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1633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62050" y="6691437"/>
            <a:ext cx="2966765" cy="798030"/>
            <a:chOff x="0" y="0"/>
            <a:chExt cx="3955687" cy="106404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3955687" cy="1064041"/>
              <a:chOff x="0" y="0"/>
              <a:chExt cx="781370" cy="21018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81370" cy="210181"/>
              </a:xfrm>
              <a:custGeom>
                <a:avLst/>
                <a:gdLst/>
                <a:ahLst/>
                <a:cxnLst/>
                <a:rect r="r" b="b" t="t" l="l"/>
                <a:pathLst>
                  <a:path h="210181" w="781370">
                    <a:moveTo>
                      <a:pt x="39143" y="0"/>
                    </a:moveTo>
                    <a:lnTo>
                      <a:pt x="742227" y="0"/>
                    </a:lnTo>
                    <a:cubicBezTo>
                      <a:pt x="763845" y="0"/>
                      <a:pt x="781370" y="17525"/>
                      <a:pt x="781370" y="39143"/>
                    </a:cubicBezTo>
                    <a:lnTo>
                      <a:pt x="781370" y="171038"/>
                    </a:lnTo>
                    <a:cubicBezTo>
                      <a:pt x="781370" y="192656"/>
                      <a:pt x="763845" y="210181"/>
                      <a:pt x="742227" y="210181"/>
                    </a:cubicBezTo>
                    <a:lnTo>
                      <a:pt x="39143" y="210181"/>
                    </a:lnTo>
                    <a:cubicBezTo>
                      <a:pt x="17525" y="210181"/>
                      <a:pt x="0" y="192656"/>
                      <a:pt x="0" y="171038"/>
                    </a:cubicBezTo>
                    <a:lnTo>
                      <a:pt x="0" y="39143"/>
                    </a:lnTo>
                    <a:cubicBezTo>
                      <a:pt x="0" y="17525"/>
                      <a:pt x="17525" y="0"/>
                      <a:pt x="39143" y="0"/>
                    </a:cubicBezTo>
                    <a:close/>
                  </a:path>
                </a:pathLst>
              </a:custGeom>
              <a:solidFill>
                <a:srgbClr val="E5FD64"/>
              </a:solidFill>
              <a:ln w="19050" cap="sq">
                <a:solidFill>
                  <a:srgbClr val="E5FD64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781370" cy="2673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247117"/>
              <a:ext cx="3955687" cy="50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003DA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Começar agora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397653" y="6691437"/>
            <a:ext cx="3371115" cy="798030"/>
            <a:chOff x="0" y="0"/>
            <a:chExt cx="4494821" cy="106404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494821" cy="1064041"/>
              <a:chOff x="0" y="0"/>
              <a:chExt cx="887866" cy="21018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87866" cy="210181"/>
              </a:xfrm>
              <a:custGeom>
                <a:avLst/>
                <a:gdLst/>
                <a:ahLst/>
                <a:cxnLst/>
                <a:rect r="r" b="b" t="t" l="l"/>
                <a:pathLst>
                  <a:path h="210181" w="887866">
                    <a:moveTo>
                      <a:pt x="34448" y="0"/>
                    </a:moveTo>
                    <a:lnTo>
                      <a:pt x="853418" y="0"/>
                    </a:lnTo>
                    <a:cubicBezTo>
                      <a:pt x="862554" y="0"/>
                      <a:pt x="871316" y="3629"/>
                      <a:pt x="877776" y="10090"/>
                    </a:cubicBezTo>
                    <a:cubicBezTo>
                      <a:pt x="884236" y="16550"/>
                      <a:pt x="887866" y="25312"/>
                      <a:pt x="887866" y="34448"/>
                    </a:cubicBezTo>
                    <a:lnTo>
                      <a:pt x="887866" y="175733"/>
                    </a:lnTo>
                    <a:cubicBezTo>
                      <a:pt x="887866" y="194758"/>
                      <a:pt x="872443" y="210181"/>
                      <a:pt x="853418" y="210181"/>
                    </a:cubicBezTo>
                    <a:lnTo>
                      <a:pt x="34448" y="210181"/>
                    </a:lnTo>
                    <a:cubicBezTo>
                      <a:pt x="25312" y="210181"/>
                      <a:pt x="16550" y="206551"/>
                      <a:pt x="10090" y="200091"/>
                    </a:cubicBezTo>
                    <a:cubicBezTo>
                      <a:pt x="3629" y="193631"/>
                      <a:pt x="0" y="184869"/>
                      <a:pt x="0" y="175733"/>
                    </a:cubicBezTo>
                    <a:lnTo>
                      <a:pt x="0" y="34448"/>
                    </a:lnTo>
                    <a:cubicBezTo>
                      <a:pt x="0" y="25312"/>
                      <a:pt x="3629" y="16550"/>
                      <a:pt x="10090" y="10090"/>
                    </a:cubicBezTo>
                    <a:cubicBezTo>
                      <a:pt x="16550" y="3629"/>
                      <a:pt x="25312" y="0"/>
                      <a:pt x="34448" y="0"/>
                    </a:cubicBezTo>
                    <a:close/>
                  </a:path>
                </a:pathLst>
              </a:custGeom>
              <a:solidFill>
                <a:srgbClr val="003DA8"/>
              </a:solidFill>
              <a:ln w="19050" cap="sq">
                <a:solidFill>
                  <a:srgbClr val="E5FD64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887866" cy="2673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69567" y="247117"/>
              <a:ext cx="3955687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E5FD64"/>
                  </a:solidFill>
                  <a:latin typeface="Poppins"/>
                  <a:ea typeface="Poppins"/>
                  <a:cs typeface="Poppins"/>
                  <a:sym typeface="Poppins"/>
                </a:rPr>
                <a:t>Ver como funciona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52526" y="9025725"/>
            <a:ext cx="2046820" cy="617551"/>
            <a:chOff x="0" y="0"/>
            <a:chExt cx="2729093" cy="82340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11651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1133295" y="-47625"/>
              <a:ext cx="1453104" cy="5470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3F4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+10 mil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990600" y="373574"/>
              <a:ext cx="1738493" cy="449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3F4F0"/>
                  </a:solidFill>
                  <a:latin typeface="Inter"/>
                  <a:ea typeface="Inter"/>
                  <a:cs typeface="Inter"/>
                  <a:sym typeface="Inter"/>
                </a:rPr>
                <a:t>estudantes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69253" y="9025738"/>
            <a:ext cx="2514131" cy="617524"/>
            <a:chOff x="0" y="0"/>
            <a:chExt cx="3352175" cy="82336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17983"/>
              <a:ext cx="787400" cy="787400"/>
            </a:xfrm>
            <a:custGeom>
              <a:avLst/>
              <a:gdLst/>
              <a:ahLst/>
              <a:cxnLst/>
              <a:rect r="r" b="b" t="t" l="l"/>
              <a:pathLst>
                <a:path h="787400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787400"/>
                  </a:lnTo>
                  <a:lnTo>
                    <a:pt x="0" y="78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 rot="0">
              <a:off x="1071571" y="-47625"/>
              <a:ext cx="1934296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3F4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+500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725263" y="373574"/>
              <a:ext cx="2626912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3F4F0"/>
                  </a:solidFill>
                  <a:latin typeface="Inter"/>
                  <a:ea typeface="Inter"/>
                  <a:cs typeface="Inter"/>
                  <a:sym typeface="Inter"/>
                </a:rPr>
                <a:t>recompensas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0501692" y="1701126"/>
            <a:ext cx="5906611" cy="6050280"/>
          </a:xfrm>
          <a:custGeom>
            <a:avLst/>
            <a:gdLst/>
            <a:ahLst/>
            <a:cxnLst/>
            <a:rect r="r" b="b" t="t" l="l"/>
            <a:pathLst>
              <a:path h="6050280" w="5906611">
                <a:moveTo>
                  <a:pt x="0" y="0"/>
                </a:moveTo>
                <a:lnTo>
                  <a:pt x="5906611" y="0"/>
                </a:lnTo>
                <a:lnTo>
                  <a:pt x="5906611" y="6050280"/>
                </a:lnTo>
                <a:lnTo>
                  <a:pt x="0" y="6050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567" t="-4644" r="-10043" b="-16031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4" id="44"/>
          <p:cNvSpPr txBox="true"/>
          <p:nvPr/>
        </p:nvSpPr>
        <p:spPr>
          <a:xfrm rot="0">
            <a:off x="13739399" y="545426"/>
            <a:ext cx="858441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E5FD64"/>
                </a:solidFill>
                <a:latin typeface="Poppins"/>
                <a:ea typeface="Poppins"/>
                <a:cs typeface="Poppins"/>
                <a:sym typeface="Poppins"/>
              </a:rPr>
              <a:t>Entrar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523232" y="545426"/>
            <a:ext cx="177014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003DA8"/>
                </a:solidFill>
                <a:latin typeface="Poppins"/>
                <a:ea typeface="Poppins"/>
                <a:cs typeface="Poppins"/>
                <a:sym typeface="Poppins"/>
              </a:rPr>
              <a:t>Inscreva-se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623851" y="545426"/>
            <a:ext cx="226828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3F4F0"/>
                </a:solidFill>
                <a:latin typeface="Poppins"/>
                <a:ea typeface="Poppins"/>
                <a:cs typeface="Poppins"/>
                <a:sym typeface="Poppins"/>
              </a:rPr>
              <a:t>Como funciona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368390" y="545426"/>
            <a:ext cx="2091333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3F4F0"/>
                </a:solidFill>
                <a:latin typeface="Poppins"/>
                <a:ea typeface="Poppins"/>
                <a:cs typeface="Poppins"/>
                <a:sym typeface="Poppins"/>
              </a:rPr>
              <a:t>Recompensas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62050" y="1972590"/>
            <a:ext cx="8806649" cy="313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2"/>
              </a:lnSpc>
            </a:pPr>
            <a:r>
              <a:rPr lang="en-US" sz="7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Transforme</a:t>
            </a:r>
          </a:p>
          <a:p>
            <a:pPr algn="l">
              <a:lnSpc>
                <a:spcPts val="7992"/>
              </a:lnSpc>
            </a:pPr>
            <a:r>
              <a:rPr lang="en-US" sz="7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seu</a:t>
            </a:r>
            <a:r>
              <a:rPr lang="en-US" sz="7400" b="true">
                <a:solidFill>
                  <a:srgbClr val="E5FD64"/>
                </a:solidFill>
                <a:latin typeface="Poppins Bold"/>
                <a:ea typeface="Poppins Bold"/>
                <a:cs typeface="Poppins Bold"/>
                <a:sym typeface="Poppins Bold"/>
              </a:rPr>
              <a:t> estudo </a:t>
            </a:r>
          </a:p>
          <a:p>
            <a:pPr algn="l">
              <a:lnSpc>
                <a:spcPts val="7992"/>
              </a:lnSpc>
            </a:pPr>
            <a:r>
              <a:rPr lang="en-US" sz="7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</a:t>
            </a:r>
            <a:r>
              <a:rPr lang="en-US" sz="7400" b="true">
                <a:solidFill>
                  <a:srgbClr val="E5FD64"/>
                </a:solidFill>
                <a:latin typeface="Poppins Bold"/>
                <a:ea typeface="Poppins Bold"/>
                <a:cs typeface="Poppins Bold"/>
                <a:sym typeface="Poppins Bold"/>
              </a:rPr>
              <a:t> resultados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62050" y="5390043"/>
            <a:ext cx="7010682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3F4F0"/>
                </a:solidFill>
                <a:latin typeface="Poppins"/>
                <a:ea typeface="Poppins"/>
                <a:cs typeface="Poppins"/>
                <a:sym typeface="Poppins"/>
              </a:rPr>
              <a:t>Organize tarefas, acompanhe seu tempo e conquiste recompensas enquanto evolui.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3396704" y="3600450"/>
            <a:ext cx="10287000" cy="3086100"/>
            <a:chOff x="0" y="0"/>
            <a:chExt cx="270933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3DA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09333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85800" y="476250"/>
            <a:ext cx="1410816" cy="594282"/>
          </a:xfrm>
          <a:custGeom>
            <a:avLst/>
            <a:gdLst/>
            <a:ahLst/>
            <a:cxnLst/>
            <a:rect r="r" b="b" t="t" l="l"/>
            <a:pathLst>
              <a:path h="594282" w="1410816">
                <a:moveTo>
                  <a:pt x="0" y="0"/>
                </a:moveTo>
                <a:lnTo>
                  <a:pt x="1410816" y="0"/>
                </a:lnTo>
                <a:lnTo>
                  <a:pt x="1410816" y="594282"/>
                </a:lnTo>
                <a:lnTo>
                  <a:pt x="0" y="594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06" t="-133282" r="-29892" b="-15153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75954" y="476250"/>
            <a:ext cx="50951" cy="50951"/>
          </a:xfrm>
          <a:custGeom>
            <a:avLst/>
            <a:gdLst/>
            <a:ahLst/>
            <a:cxnLst/>
            <a:rect r="r" b="b" t="t" l="l"/>
            <a:pathLst>
              <a:path h="50951" w="50951">
                <a:moveTo>
                  <a:pt x="0" y="0"/>
                </a:moveTo>
                <a:lnTo>
                  <a:pt x="50950" y="0"/>
                </a:lnTo>
                <a:lnTo>
                  <a:pt x="50950" y="50951"/>
                </a:lnTo>
                <a:lnTo>
                  <a:pt x="0" y="50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5400000">
            <a:off x="13407909" y="5616459"/>
            <a:ext cx="4010960" cy="4377621"/>
            <a:chOff x="0" y="0"/>
            <a:chExt cx="1056385" cy="1152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6385" cy="1152954"/>
            </a:xfrm>
            <a:custGeom>
              <a:avLst/>
              <a:gdLst/>
              <a:ahLst/>
              <a:cxnLst/>
              <a:rect r="r" b="b" t="t" l="l"/>
              <a:pathLst>
                <a:path h="1152954" w="1056385">
                  <a:moveTo>
                    <a:pt x="28953" y="0"/>
                  </a:moveTo>
                  <a:lnTo>
                    <a:pt x="1027432" y="0"/>
                  </a:lnTo>
                  <a:cubicBezTo>
                    <a:pt x="1043422" y="0"/>
                    <a:pt x="1056385" y="12963"/>
                    <a:pt x="1056385" y="28953"/>
                  </a:cubicBezTo>
                  <a:lnTo>
                    <a:pt x="1056385" y="1124001"/>
                  </a:lnTo>
                  <a:cubicBezTo>
                    <a:pt x="1056385" y="1139991"/>
                    <a:pt x="1043422" y="1152954"/>
                    <a:pt x="1027432" y="1152954"/>
                  </a:cubicBezTo>
                  <a:lnTo>
                    <a:pt x="28953" y="1152954"/>
                  </a:lnTo>
                  <a:cubicBezTo>
                    <a:pt x="12963" y="1152954"/>
                    <a:pt x="0" y="1139991"/>
                    <a:pt x="0" y="1124001"/>
                  </a:cubicBezTo>
                  <a:lnTo>
                    <a:pt x="0" y="28953"/>
                  </a:lnTo>
                  <a:cubicBezTo>
                    <a:pt x="0" y="12963"/>
                    <a:pt x="12963" y="0"/>
                    <a:pt x="2895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56385" cy="121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080794" y="6805145"/>
            <a:ext cx="1175385" cy="1524000"/>
          </a:xfrm>
          <a:custGeom>
            <a:avLst/>
            <a:gdLst/>
            <a:ahLst/>
            <a:cxnLst/>
            <a:rect r="r" b="b" t="t" l="l"/>
            <a:pathLst>
              <a:path h="1524000" w="1175385">
                <a:moveTo>
                  <a:pt x="0" y="0"/>
                </a:moveTo>
                <a:lnTo>
                  <a:pt x="1175385" y="0"/>
                </a:lnTo>
                <a:lnTo>
                  <a:pt x="117538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224579" y="1634480"/>
            <a:ext cx="4377621" cy="2652944"/>
            <a:chOff x="0" y="0"/>
            <a:chExt cx="5836828" cy="3537259"/>
          </a:xfrm>
        </p:grpSpPr>
        <p:grpSp>
          <p:nvGrpSpPr>
            <p:cNvPr name="Group 12" id="12"/>
            <p:cNvGrpSpPr/>
            <p:nvPr/>
          </p:nvGrpSpPr>
          <p:grpSpPr>
            <a:xfrm rot="-5400000">
              <a:off x="1149785" y="-1149785"/>
              <a:ext cx="3537259" cy="5836828"/>
              <a:chOff x="0" y="0"/>
              <a:chExt cx="698718" cy="115295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98718" cy="1152954"/>
              </a:xfrm>
              <a:custGeom>
                <a:avLst/>
                <a:gdLst/>
                <a:ahLst/>
                <a:cxnLst/>
                <a:rect r="r" b="b" t="t" l="l"/>
                <a:pathLst>
                  <a:path h="1152954" w="698718">
                    <a:moveTo>
                      <a:pt x="45596" y="0"/>
                    </a:moveTo>
                    <a:lnTo>
                      <a:pt x="653122" y="0"/>
                    </a:lnTo>
                    <a:cubicBezTo>
                      <a:pt x="678304" y="0"/>
                      <a:pt x="698718" y="20414"/>
                      <a:pt x="698718" y="45596"/>
                    </a:cubicBezTo>
                    <a:lnTo>
                      <a:pt x="698718" y="1107358"/>
                    </a:lnTo>
                    <a:cubicBezTo>
                      <a:pt x="698718" y="1119451"/>
                      <a:pt x="693914" y="1131048"/>
                      <a:pt x="685363" y="1139599"/>
                    </a:cubicBezTo>
                    <a:cubicBezTo>
                      <a:pt x="676812" y="1148150"/>
                      <a:pt x="665215" y="1152954"/>
                      <a:pt x="653122" y="1152954"/>
                    </a:cubicBezTo>
                    <a:lnTo>
                      <a:pt x="45596" y="1152954"/>
                    </a:lnTo>
                    <a:cubicBezTo>
                      <a:pt x="33503" y="1152954"/>
                      <a:pt x="21906" y="1148150"/>
                      <a:pt x="13355" y="1139599"/>
                    </a:cubicBezTo>
                    <a:cubicBezTo>
                      <a:pt x="4804" y="1131048"/>
                      <a:pt x="0" y="1119451"/>
                      <a:pt x="0" y="1107358"/>
                    </a:cubicBezTo>
                    <a:lnTo>
                      <a:pt x="0" y="45596"/>
                    </a:lnTo>
                    <a:cubicBezTo>
                      <a:pt x="0" y="33503"/>
                      <a:pt x="4804" y="21906"/>
                      <a:pt x="13355" y="13355"/>
                    </a:cubicBezTo>
                    <a:cubicBezTo>
                      <a:pt x="21906" y="4804"/>
                      <a:pt x="33503" y="0"/>
                      <a:pt x="455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698718" cy="1210104"/>
              </a:xfrm>
              <a:prstGeom prst="rect">
                <a:avLst/>
              </a:prstGeom>
            </p:spPr>
            <p:txBody>
              <a:bodyPr anchor="ctr" rtlCol="false" tIns="48770" lIns="48770" bIns="48770" rIns="4877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557158" y="2705403"/>
              <a:ext cx="385291" cy="385291"/>
              <a:chOff x="0" y="0"/>
              <a:chExt cx="877131" cy="87713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77131" cy="877131"/>
              </a:xfrm>
              <a:custGeom>
                <a:avLst/>
                <a:gdLst/>
                <a:ahLst/>
                <a:cxnLst/>
                <a:rect r="r" b="b" t="t" l="l"/>
                <a:pathLst>
                  <a:path h="877131" w="877131">
                    <a:moveTo>
                      <a:pt x="438565" y="0"/>
                    </a:moveTo>
                    <a:cubicBezTo>
                      <a:pt x="196352" y="0"/>
                      <a:pt x="0" y="196352"/>
                      <a:pt x="0" y="438565"/>
                    </a:cubicBezTo>
                    <a:cubicBezTo>
                      <a:pt x="0" y="680778"/>
                      <a:pt x="196352" y="877131"/>
                      <a:pt x="438565" y="877131"/>
                    </a:cubicBezTo>
                    <a:cubicBezTo>
                      <a:pt x="680778" y="877131"/>
                      <a:pt x="877131" y="680778"/>
                      <a:pt x="877131" y="438565"/>
                    </a:cubicBezTo>
                    <a:cubicBezTo>
                      <a:pt x="877131" y="196352"/>
                      <a:pt x="680778" y="0"/>
                      <a:pt x="438565" y="0"/>
                    </a:cubicBezTo>
                    <a:close/>
                  </a:path>
                </a:pathLst>
              </a:custGeom>
              <a:solidFill>
                <a:srgbClr val="E86B2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82231" y="25081"/>
                <a:ext cx="712669" cy="769819"/>
              </a:xfrm>
              <a:prstGeom prst="rect">
                <a:avLst/>
              </a:prstGeom>
            </p:spPr>
            <p:txBody>
              <a:bodyPr anchor="ctr" rtlCol="false" tIns="48770" lIns="48770" bIns="48770" rIns="4877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278917" y="2702856"/>
              <a:ext cx="385291" cy="385291"/>
              <a:chOff x="0" y="0"/>
              <a:chExt cx="877131" cy="87713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77131" cy="877131"/>
              </a:xfrm>
              <a:custGeom>
                <a:avLst/>
                <a:gdLst/>
                <a:ahLst/>
                <a:cxnLst/>
                <a:rect r="r" b="b" t="t" l="l"/>
                <a:pathLst>
                  <a:path h="877131" w="877131">
                    <a:moveTo>
                      <a:pt x="438565" y="0"/>
                    </a:moveTo>
                    <a:cubicBezTo>
                      <a:pt x="196352" y="0"/>
                      <a:pt x="0" y="196352"/>
                      <a:pt x="0" y="438565"/>
                    </a:cubicBezTo>
                    <a:cubicBezTo>
                      <a:pt x="0" y="680778"/>
                      <a:pt x="196352" y="877131"/>
                      <a:pt x="438565" y="877131"/>
                    </a:cubicBezTo>
                    <a:cubicBezTo>
                      <a:pt x="680778" y="877131"/>
                      <a:pt x="877131" y="680778"/>
                      <a:pt x="877131" y="438565"/>
                    </a:cubicBezTo>
                    <a:cubicBezTo>
                      <a:pt x="877131" y="196352"/>
                      <a:pt x="680778" y="0"/>
                      <a:pt x="438565" y="0"/>
                    </a:cubicBezTo>
                    <a:close/>
                  </a:path>
                </a:pathLst>
              </a:custGeom>
              <a:solidFill>
                <a:srgbClr val="E86B2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82231" y="25081"/>
                <a:ext cx="712669" cy="769819"/>
              </a:xfrm>
              <a:prstGeom prst="rect">
                <a:avLst/>
              </a:prstGeom>
            </p:spPr>
            <p:txBody>
              <a:bodyPr anchor="ctr" rtlCol="false" tIns="48770" lIns="48770" bIns="48770" rIns="4877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998127" y="2705403"/>
              <a:ext cx="385291" cy="385291"/>
              <a:chOff x="0" y="0"/>
              <a:chExt cx="877131" cy="87713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77131" cy="877131"/>
              </a:xfrm>
              <a:custGeom>
                <a:avLst/>
                <a:gdLst/>
                <a:ahLst/>
                <a:cxnLst/>
                <a:rect r="r" b="b" t="t" l="l"/>
                <a:pathLst>
                  <a:path h="877131" w="877131">
                    <a:moveTo>
                      <a:pt x="438565" y="0"/>
                    </a:moveTo>
                    <a:cubicBezTo>
                      <a:pt x="196352" y="0"/>
                      <a:pt x="0" y="196352"/>
                      <a:pt x="0" y="438565"/>
                    </a:cubicBezTo>
                    <a:cubicBezTo>
                      <a:pt x="0" y="680778"/>
                      <a:pt x="196352" y="877131"/>
                      <a:pt x="438565" y="877131"/>
                    </a:cubicBezTo>
                    <a:cubicBezTo>
                      <a:pt x="680778" y="877131"/>
                      <a:pt x="877131" y="680778"/>
                      <a:pt x="877131" y="438565"/>
                    </a:cubicBezTo>
                    <a:cubicBezTo>
                      <a:pt x="877131" y="196352"/>
                      <a:pt x="680778" y="0"/>
                      <a:pt x="438565" y="0"/>
                    </a:cubicBezTo>
                    <a:close/>
                  </a:path>
                </a:pathLst>
              </a:custGeom>
              <a:solidFill>
                <a:srgbClr val="E86B2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82231" y="25081"/>
                <a:ext cx="712669" cy="769819"/>
              </a:xfrm>
              <a:prstGeom prst="rect">
                <a:avLst/>
              </a:prstGeom>
            </p:spPr>
            <p:txBody>
              <a:bodyPr anchor="ctr" rtlCol="false" tIns="48770" lIns="48770" bIns="48770" rIns="4877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717338" y="2705403"/>
              <a:ext cx="385291" cy="385291"/>
              <a:chOff x="0" y="0"/>
              <a:chExt cx="877131" cy="87713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77131" cy="877131"/>
              </a:xfrm>
              <a:custGeom>
                <a:avLst/>
                <a:gdLst/>
                <a:ahLst/>
                <a:cxnLst/>
                <a:rect r="r" b="b" t="t" l="l"/>
                <a:pathLst>
                  <a:path h="877131" w="877131">
                    <a:moveTo>
                      <a:pt x="438565" y="0"/>
                    </a:moveTo>
                    <a:cubicBezTo>
                      <a:pt x="196352" y="0"/>
                      <a:pt x="0" y="196352"/>
                      <a:pt x="0" y="438565"/>
                    </a:cubicBezTo>
                    <a:cubicBezTo>
                      <a:pt x="0" y="680778"/>
                      <a:pt x="196352" y="877131"/>
                      <a:pt x="438565" y="877131"/>
                    </a:cubicBezTo>
                    <a:cubicBezTo>
                      <a:pt x="680778" y="877131"/>
                      <a:pt x="877131" y="680778"/>
                      <a:pt x="877131" y="438565"/>
                    </a:cubicBezTo>
                    <a:cubicBezTo>
                      <a:pt x="877131" y="196352"/>
                      <a:pt x="680778" y="0"/>
                      <a:pt x="438565" y="0"/>
                    </a:cubicBezTo>
                    <a:close/>
                  </a:path>
                </a:pathLst>
              </a:custGeom>
              <a:solidFill>
                <a:srgbClr val="E86B27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82231" y="25081"/>
                <a:ext cx="712669" cy="769819"/>
              </a:xfrm>
              <a:prstGeom prst="rect">
                <a:avLst/>
              </a:prstGeom>
            </p:spPr>
            <p:txBody>
              <a:bodyPr anchor="ctr" rtlCol="false" tIns="48770" lIns="48770" bIns="48770" rIns="4877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436548" y="2705403"/>
              <a:ext cx="385291" cy="385291"/>
              <a:chOff x="0" y="0"/>
              <a:chExt cx="877131" cy="87713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77131" cy="877131"/>
              </a:xfrm>
              <a:custGeom>
                <a:avLst/>
                <a:gdLst/>
                <a:ahLst/>
                <a:cxnLst/>
                <a:rect r="r" b="b" t="t" l="l"/>
                <a:pathLst>
                  <a:path h="877131" w="877131">
                    <a:moveTo>
                      <a:pt x="438565" y="0"/>
                    </a:moveTo>
                    <a:cubicBezTo>
                      <a:pt x="196352" y="0"/>
                      <a:pt x="0" y="196352"/>
                      <a:pt x="0" y="438565"/>
                    </a:cubicBezTo>
                    <a:cubicBezTo>
                      <a:pt x="0" y="680778"/>
                      <a:pt x="196352" y="877131"/>
                      <a:pt x="438565" y="877131"/>
                    </a:cubicBezTo>
                    <a:cubicBezTo>
                      <a:pt x="680778" y="877131"/>
                      <a:pt x="877131" y="680778"/>
                      <a:pt x="877131" y="438565"/>
                    </a:cubicBezTo>
                    <a:cubicBezTo>
                      <a:pt x="877131" y="196352"/>
                      <a:pt x="680778" y="0"/>
                      <a:pt x="438565" y="0"/>
                    </a:cubicBezTo>
                    <a:close/>
                  </a:path>
                </a:pathLst>
              </a:custGeom>
              <a:solidFill>
                <a:srgbClr val="E86B27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82231" y="25081"/>
                <a:ext cx="712669" cy="769819"/>
              </a:xfrm>
              <a:prstGeom prst="rect">
                <a:avLst/>
              </a:prstGeom>
            </p:spPr>
            <p:txBody>
              <a:bodyPr anchor="ctr" rtlCol="false" tIns="48770" lIns="48770" bIns="48770" rIns="4877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155758" y="2705403"/>
              <a:ext cx="385291" cy="385291"/>
              <a:chOff x="0" y="0"/>
              <a:chExt cx="877131" cy="87713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77131" cy="877131"/>
              </a:xfrm>
              <a:custGeom>
                <a:avLst/>
                <a:gdLst/>
                <a:ahLst/>
                <a:cxnLst/>
                <a:rect r="r" b="b" t="t" l="l"/>
                <a:pathLst>
                  <a:path h="877131" w="877131">
                    <a:moveTo>
                      <a:pt x="438565" y="0"/>
                    </a:moveTo>
                    <a:cubicBezTo>
                      <a:pt x="196352" y="0"/>
                      <a:pt x="0" y="196352"/>
                      <a:pt x="0" y="438565"/>
                    </a:cubicBezTo>
                    <a:cubicBezTo>
                      <a:pt x="0" y="680778"/>
                      <a:pt x="196352" y="877131"/>
                      <a:pt x="438565" y="877131"/>
                    </a:cubicBezTo>
                    <a:cubicBezTo>
                      <a:pt x="680778" y="877131"/>
                      <a:pt x="877131" y="680778"/>
                      <a:pt x="877131" y="438565"/>
                    </a:cubicBezTo>
                    <a:cubicBezTo>
                      <a:pt x="877131" y="196352"/>
                      <a:pt x="680778" y="0"/>
                      <a:pt x="438565" y="0"/>
                    </a:cubicBezTo>
                    <a:close/>
                  </a:path>
                </a:pathLst>
              </a:custGeom>
              <a:solidFill>
                <a:srgbClr val="E86B27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82231" y="25081"/>
                <a:ext cx="712669" cy="769819"/>
              </a:xfrm>
              <a:prstGeom prst="rect">
                <a:avLst/>
              </a:prstGeom>
            </p:spPr>
            <p:txBody>
              <a:bodyPr anchor="ctr" rtlCol="false" tIns="48770" lIns="48770" bIns="48770" rIns="4877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873860" y="2705403"/>
              <a:ext cx="385291" cy="385291"/>
              <a:chOff x="0" y="0"/>
              <a:chExt cx="877131" cy="87713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77131" cy="877131"/>
              </a:xfrm>
              <a:custGeom>
                <a:avLst/>
                <a:gdLst/>
                <a:ahLst/>
                <a:cxnLst/>
                <a:rect r="r" b="b" t="t" l="l"/>
                <a:pathLst>
                  <a:path h="877131" w="877131">
                    <a:moveTo>
                      <a:pt x="438565" y="0"/>
                    </a:moveTo>
                    <a:cubicBezTo>
                      <a:pt x="196352" y="0"/>
                      <a:pt x="0" y="196352"/>
                      <a:pt x="0" y="438565"/>
                    </a:cubicBezTo>
                    <a:cubicBezTo>
                      <a:pt x="0" y="680778"/>
                      <a:pt x="196352" y="877131"/>
                      <a:pt x="438565" y="877131"/>
                    </a:cubicBezTo>
                    <a:cubicBezTo>
                      <a:pt x="680778" y="877131"/>
                      <a:pt x="877131" y="680778"/>
                      <a:pt x="877131" y="438565"/>
                    </a:cubicBezTo>
                    <a:cubicBezTo>
                      <a:pt x="877131" y="196352"/>
                      <a:pt x="680778" y="0"/>
                      <a:pt x="438565" y="0"/>
                    </a:cubicBezTo>
                    <a:close/>
                  </a:path>
                </a:pathLst>
              </a:custGeom>
              <a:ln w="19050" cap="sq">
                <a:solidFill>
                  <a:srgbClr val="E2E3E8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82231" y="25081"/>
                <a:ext cx="712669" cy="769819"/>
              </a:xfrm>
              <a:prstGeom prst="rect">
                <a:avLst/>
              </a:prstGeom>
            </p:spPr>
            <p:txBody>
              <a:bodyPr anchor="ctr" rtlCol="false" tIns="48770" lIns="48770" bIns="48770" rIns="4877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1366741" y="2790680"/>
              <a:ext cx="209643" cy="209643"/>
            </a:xfrm>
            <a:custGeom>
              <a:avLst/>
              <a:gdLst/>
              <a:ahLst/>
              <a:cxnLst/>
              <a:rect r="r" b="b" t="t" l="l"/>
              <a:pathLst>
                <a:path h="209643" w="209643">
                  <a:moveTo>
                    <a:pt x="0" y="0"/>
                  </a:moveTo>
                  <a:lnTo>
                    <a:pt x="209643" y="0"/>
                  </a:lnTo>
                  <a:lnTo>
                    <a:pt x="209643" y="209643"/>
                  </a:lnTo>
                  <a:lnTo>
                    <a:pt x="0" y="209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085951" y="2790680"/>
              <a:ext cx="209643" cy="209643"/>
            </a:xfrm>
            <a:custGeom>
              <a:avLst/>
              <a:gdLst/>
              <a:ahLst/>
              <a:cxnLst/>
              <a:rect r="r" b="b" t="t" l="l"/>
              <a:pathLst>
                <a:path h="209643" w="209643">
                  <a:moveTo>
                    <a:pt x="0" y="0"/>
                  </a:moveTo>
                  <a:lnTo>
                    <a:pt x="209643" y="0"/>
                  </a:lnTo>
                  <a:lnTo>
                    <a:pt x="209643" y="209643"/>
                  </a:lnTo>
                  <a:lnTo>
                    <a:pt x="0" y="209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805162" y="2790680"/>
              <a:ext cx="209643" cy="209643"/>
            </a:xfrm>
            <a:custGeom>
              <a:avLst/>
              <a:gdLst/>
              <a:ahLst/>
              <a:cxnLst/>
              <a:rect r="r" b="b" t="t" l="l"/>
              <a:pathLst>
                <a:path h="209643" w="209643">
                  <a:moveTo>
                    <a:pt x="0" y="0"/>
                  </a:moveTo>
                  <a:lnTo>
                    <a:pt x="209643" y="0"/>
                  </a:lnTo>
                  <a:lnTo>
                    <a:pt x="209643" y="209643"/>
                  </a:lnTo>
                  <a:lnTo>
                    <a:pt x="0" y="209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3524372" y="2790680"/>
              <a:ext cx="209643" cy="209643"/>
            </a:xfrm>
            <a:custGeom>
              <a:avLst/>
              <a:gdLst/>
              <a:ahLst/>
              <a:cxnLst/>
              <a:rect r="r" b="b" t="t" l="l"/>
              <a:pathLst>
                <a:path h="209643" w="209643">
                  <a:moveTo>
                    <a:pt x="0" y="0"/>
                  </a:moveTo>
                  <a:lnTo>
                    <a:pt x="209643" y="0"/>
                  </a:lnTo>
                  <a:lnTo>
                    <a:pt x="209643" y="209643"/>
                  </a:lnTo>
                  <a:lnTo>
                    <a:pt x="0" y="209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4243582" y="2790680"/>
              <a:ext cx="209643" cy="209643"/>
            </a:xfrm>
            <a:custGeom>
              <a:avLst/>
              <a:gdLst/>
              <a:ahLst/>
              <a:cxnLst/>
              <a:rect r="r" b="b" t="t" l="l"/>
              <a:pathLst>
                <a:path h="209643" w="209643">
                  <a:moveTo>
                    <a:pt x="0" y="0"/>
                  </a:moveTo>
                  <a:lnTo>
                    <a:pt x="209643" y="0"/>
                  </a:lnTo>
                  <a:lnTo>
                    <a:pt x="209643" y="209643"/>
                  </a:lnTo>
                  <a:lnTo>
                    <a:pt x="0" y="209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369827" y="1247096"/>
              <a:ext cx="848539" cy="741411"/>
            </a:xfrm>
            <a:custGeom>
              <a:avLst/>
              <a:gdLst/>
              <a:ahLst/>
              <a:cxnLst/>
              <a:rect r="r" b="b" t="t" l="l"/>
              <a:pathLst>
                <a:path h="741411" w="848539">
                  <a:moveTo>
                    <a:pt x="0" y="0"/>
                  </a:moveTo>
                  <a:lnTo>
                    <a:pt x="848539" y="0"/>
                  </a:lnTo>
                  <a:lnTo>
                    <a:pt x="848539" y="741411"/>
                  </a:lnTo>
                  <a:lnTo>
                    <a:pt x="0" y="741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1217154" y="1189946"/>
              <a:ext cx="506410" cy="654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3"/>
                </a:lnSpc>
              </a:pPr>
              <a:r>
                <a:rPr lang="en-US" sz="300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12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817233" y="1421898"/>
              <a:ext cx="537854" cy="353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5"/>
                </a:lnSpc>
              </a:pPr>
              <a:r>
                <a:rPr lang="en-US" sz="1667">
                  <a:solidFill>
                    <a:srgbClr val="E86B27"/>
                  </a:solidFill>
                  <a:latin typeface="Inter"/>
                  <a:ea typeface="Inter"/>
                  <a:cs typeface="Inter"/>
                  <a:sym typeface="Inter"/>
                </a:rPr>
                <a:t>dias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218366" y="1737180"/>
              <a:ext cx="1564575" cy="3261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01"/>
                </a:lnSpc>
                <a:spcBef>
                  <a:spcPct val="0"/>
                </a:spcBef>
              </a:pPr>
              <a:r>
                <a:rPr lang="en-US" sz="1501" strike="noStrike" u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consecutivos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403205" y="406356"/>
              <a:ext cx="1573848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Sequência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695928" y="2442663"/>
              <a:ext cx="107752" cy="213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  <a:r>
                <a:rPr lang="en-US" sz="999">
                  <a:solidFill>
                    <a:srgbClr val="B4B4B4"/>
                  </a:solidFill>
                  <a:latin typeface="Inter"/>
                  <a:ea typeface="Inter"/>
                  <a:cs typeface="Inter"/>
                  <a:sym typeface="Inter"/>
                </a:rPr>
                <a:t>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417488" y="2442663"/>
              <a:ext cx="108148" cy="213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  <a:r>
                <a:rPr lang="en-US" sz="999">
                  <a:solidFill>
                    <a:srgbClr val="B4B4B4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126281" y="2439677"/>
              <a:ext cx="128984" cy="213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  <a:r>
                <a:rPr lang="en-US" sz="999">
                  <a:solidFill>
                    <a:srgbClr val="B4B4B4"/>
                  </a:solidFill>
                  <a:latin typeface="Inter"/>
                  <a:ea typeface="Inter"/>
                  <a:cs typeface="Inter"/>
                  <a:sym typeface="Inter"/>
                </a:rPr>
                <a:t>Q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2845491" y="2439677"/>
              <a:ext cx="128984" cy="213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  <a:r>
                <a:rPr lang="en-US" sz="999">
                  <a:solidFill>
                    <a:srgbClr val="B4B4B4"/>
                  </a:solidFill>
                  <a:latin typeface="Inter"/>
                  <a:ea typeface="Inter"/>
                  <a:cs typeface="Inter"/>
                  <a:sym typeface="Inter"/>
                </a:rPr>
                <a:t>Q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575318" y="2439677"/>
              <a:ext cx="107752" cy="213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  <a:r>
                <a:rPr lang="en-US" sz="999">
                  <a:solidFill>
                    <a:srgbClr val="B4B4B4"/>
                  </a:solidFill>
                  <a:latin typeface="Inter"/>
                  <a:ea typeface="Inter"/>
                  <a:cs typeface="Inter"/>
                  <a:sym typeface="Inter"/>
                </a:rPr>
                <a:t>S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4294528" y="2439677"/>
              <a:ext cx="107752" cy="213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  <a:r>
                <a:rPr lang="en-US" sz="999">
                  <a:solidFill>
                    <a:srgbClr val="B4B4B4"/>
                  </a:solidFill>
                  <a:latin typeface="Inter"/>
                  <a:ea typeface="Inter"/>
                  <a:cs typeface="Inter"/>
                  <a:sym typeface="Inter"/>
                </a:rPr>
                <a:t>S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5005982" y="2439677"/>
              <a:ext cx="121047" cy="213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99"/>
                </a:lnSpc>
                <a:spcBef>
                  <a:spcPct val="0"/>
                </a:spcBef>
              </a:pPr>
              <a:r>
                <a:rPr lang="en-US" sz="999">
                  <a:solidFill>
                    <a:srgbClr val="B4B4B4"/>
                  </a:solidFill>
                  <a:latin typeface="Inter"/>
                  <a:ea typeface="Inter"/>
                  <a:cs typeface="Inter"/>
                  <a:sym typeface="Inter"/>
                </a:rPr>
                <a:t>D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3708315" y="3727490"/>
            <a:ext cx="157232" cy="157232"/>
          </a:xfrm>
          <a:custGeom>
            <a:avLst/>
            <a:gdLst/>
            <a:ahLst/>
            <a:cxnLst/>
            <a:rect r="r" b="b" t="t" l="l"/>
            <a:pathLst>
              <a:path h="157232" w="157232">
                <a:moveTo>
                  <a:pt x="0" y="0"/>
                </a:moveTo>
                <a:lnTo>
                  <a:pt x="157233" y="0"/>
                </a:lnTo>
                <a:lnTo>
                  <a:pt x="157233" y="157233"/>
                </a:lnTo>
                <a:lnTo>
                  <a:pt x="0" y="1572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-5400000">
            <a:off x="7931592" y="1630573"/>
            <a:ext cx="742770" cy="9081204"/>
            <a:chOff x="0" y="0"/>
            <a:chExt cx="175605" cy="21469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5605" cy="2146968"/>
            </a:xfrm>
            <a:custGeom>
              <a:avLst/>
              <a:gdLst/>
              <a:ahLst/>
              <a:cxnLst/>
              <a:rect r="r" b="b" t="t" l="l"/>
              <a:pathLst>
                <a:path h="2146968" w="175605">
                  <a:moveTo>
                    <a:pt x="87802" y="0"/>
                  </a:moveTo>
                  <a:lnTo>
                    <a:pt x="87802" y="0"/>
                  </a:lnTo>
                  <a:cubicBezTo>
                    <a:pt x="111089" y="0"/>
                    <a:pt x="133422" y="9251"/>
                    <a:pt x="149888" y="25717"/>
                  </a:cubicBezTo>
                  <a:cubicBezTo>
                    <a:pt x="166354" y="42183"/>
                    <a:pt x="175605" y="64516"/>
                    <a:pt x="175605" y="87802"/>
                  </a:cubicBezTo>
                  <a:lnTo>
                    <a:pt x="175605" y="2059166"/>
                  </a:lnTo>
                  <a:cubicBezTo>
                    <a:pt x="175605" y="2107657"/>
                    <a:pt x="136294" y="2146968"/>
                    <a:pt x="87802" y="2146968"/>
                  </a:cubicBezTo>
                  <a:lnTo>
                    <a:pt x="87802" y="2146968"/>
                  </a:lnTo>
                  <a:cubicBezTo>
                    <a:pt x="39311" y="2146968"/>
                    <a:pt x="0" y="2107657"/>
                    <a:pt x="0" y="2059166"/>
                  </a:cubicBezTo>
                  <a:lnTo>
                    <a:pt x="0" y="87802"/>
                  </a:lnTo>
                  <a:cubicBezTo>
                    <a:pt x="0" y="39311"/>
                    <a:pt x="39311" y="0"/>
                    <a:pt x="878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175605" cy="2204118"/>
            </a:xfrm>
            <a:prstGeom prst="rect">
              <a:avLst/>
            </a:prstGeom>
          </p:spPr>
          <p:txBody>
            <a:bodyPr anchor="ctr" rtlCol="false" tIns="56592" lIns="56592" bIns="56592" rIns="56592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-5400000">
            <a:off x="3889707" y="5958955"/>
            <a:ext cx="424440" cy="424440"/>
            <a:chOff x="0" y="0"/>
            <a:chExt cx="100346" cy="10034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346" cy="100346"/>
            </a:xfrm>
            <a:custGeom>
              <a:avLst/>
              <a:gdLst/>
              <a:ahLst/>
              <a:cxnLst/>
              <a:rect r="r" b="b" t="t" l="l"/>
              <a:pathLst>
                <a:path h="100346" w="100346">
                  <a:moveTo>
                    <a:pt x="50173" y="0"/>
                  </a:moveTo>
                  <a:lnTo>
                    <a:pt x="50173" y="0"/>
                  </a:lnTo>
                  <a:cubicBezTo>
                    <a:pt x="63480" y="0"/>
                    <a:pt x="76241" y="5286"/>
                    <a:pt x="85650" y="14695"/>
                  </a:cubicBezTo>
                  <a:cubicBezTo>
                    <a:pt x="95060" y="24105"/>
                    <a:pt x="100346" y="36866"/>
                    <a:pt x="100346" y="50173"/>
                  </a:cubicBezTo>
                  <a:lnTo>
                    <a:pt x="100346" y="50173"/>
                  </a:lnTo>
                  <a:cubicBezTo>
                    <a:pt x="100346" y="63480"/>
                    <a:pt x="95060" y="76241"/>
                    <a:pt x="85650" y="85650"/>
                  </a:cubicBezTo>
                  <a:cubicBezTo>
                    <a:pt x="76241" y="95060"/>
                    <a:pt x="63480" y="100346"/>
                    <a:pt x="5017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3DA8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100346" cy="157496"/>
            </a:xfrm>
            <a:prstGeom prst="rect">
              <a:avLst/>
            </a:prstGeom>
          </p:spPr>
          <p:txBody>
            <a:bodyPr anchor="ctr" rtlCol="false" tIns="56592" lIns="56592" bIns="56592" rIns="56592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-5400000">
            <a:off x="7931592" y="2447621"/>
            <a:ext cx="742770" cy="9081204"/>
            <a:chOff x="0" y="0"/>
            <a:chExt cx="175605" cy="21469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75605" cy="2146968"/>
            </a:xfrm>
            <a:custGeom>
              <a:avLst/>
              <a:gdLst/>
              <a:ahLst/>
              <a:cxnLst/>
              <a:rect r="r" b="b" t="t" l="l"/>
              <a:pathLst>
                <a:path h="2146968" w="175605">
                  <a:moveTo>
                    <a:pt x="87802" y="0"/>
                  </a:moveTo>
                  <a:lnTo>
                    <a:pt x="87802" y="0"/>
                  </a:lnTo>
                  <a:cubicBezTo>
                    <a:pt x="111089" y="0"/>
                    <a:pt x="133422" y="9251"/>
                    <a:pt x="149888" y="25717"/>
                  </a:cubicBezTo>
                  <a:cubicBezTo>
                    <a:pt x="166354" y="42183"/>
                    <a:pt x="175605" y="64516"/>
                    <a:pt x="175605" y="87802"/>
                  </a:cubicBezTo>
                  <a:lnTo>
                    <a:pt x="175605" y="2059166"/>
                  </a:lnTo>
                  <a:cubicBezTo>
                    <a:pt x="175605" y="2107657"/>
                    <a:pt x="136294" y="2146968"/>
                    <a:pt x="87802" y="2146968"/>
                  </a:cubicBezTo>
                  <a:lnTo>
                    <a:pt x="87802" y="2146968"/>
                  </a:lnTo>
                  <a:cubicBezTo>
                    <a:pt x="39311" y="2146968"/>
                    <a:pt x="0" y="2107657"/>
                    <a:pt x="0" y="2059166"/>
                  </a:cubicBezTo>
                  <a:lnTo>
                    <a:pt x="0" y="87802"/>
                  </a:lnTo>
                  <a:cubicBezTo>
                    <a:pt x="0" y="39311"/>
                    <a:pt x="39311" y="0"/>
                    <a:pt x="878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175605" cy="2204118"/>
            </a:xfrm>
            <a:prstGeom prst="rect">
              <a:avLst/>
            </a:prstGeom>
          </p:spPr>
          <p:txBody>
            <a:bodyPr anchor="ctr" rtlCol="false" tIns="56592" lIns="56592" bIns="56592" rIns="56592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-5400000">
            <a:off x="3889707" y="6776002"/>
            <a:ext cx="424440" cy="424440"/>
            <a:chOff x="0" y="0"/>
            <a:chExt cx="100346" cy="10034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0346" cy="100346"/>
            </a:xfrm>
            <a:custGeom>
              <a:avLst/>
              <a:gdLst/>
              <a:ahLst/>
              <a:cxnLst/>
              <a:rect r="r" b="b" t="t" l="l"/>
              <a:pathLst>
                <a:path h="100346" w="100346">
                  <a:moveTo>
                    <a:pt x="50173" y="0"/>
                  </a:moveTo>
                  <a:lnTo>
                    <a:pt x="50173" y="0"/>
                  </a:lnTo>
                  <a:cubicBezTo>
                    <a:pt x="63480" y="0"/>
                    <a:pt x="76241" y="5286"/>
                    <a:pt x="85650" y="14695"/>
                  </a:cubicBezTo>
                  <a:cubicBezTo>
                    <a:pt x="95060" y="24105"/>
                    <a:pt x="100346" y="36866"/>
                    <a:pt x="100346" y="50173"/>
                  </a:cubicBezTo>
                  <a:lnTo>
                    <a:pt x="100346" y="50173"/>
                  </a:lnTo>
                  <a:cubicBezTo>
                    <a:pt x="100346" y="63480"/>
                    <a:pt x="95060" y="76241"/>
                    <a:pt x="85650" y="85650"/>
                  </a:cubicBezTo>
                  <a:cubicBezTo>
                    <a:pt x="76241" y="95060"/>
                    <a:pt x="63480" y="100346"/>
                    <a:pt x="5017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3DA8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100346" cy="157496"/>
            </a:xfrm>
            <a:prstGeom prst="rect">
              <a:avLst/>
            </a:prstGeom>
          </p:spPr>
          <p:txBody>
            <a:bodyPr anchor="ctr" rtlCol="false" tIns="56592" lIns="56592" bIns="56592" rIns="56592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-5400000">
            <a:off x="7915550" y="3264668"/>
            <a:ext cx="742770" cy="9081204"/>
            <a:chOff x="0" y="0"/>
            <a:chExt cx="175605" cy="214696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5605" cy="2146968"/>
            </a:xfrm>
            <a:custGeom>
              <a:avLst/>
              <a:gdLst/>
              <a:ahLst/>
              <a:cxnLst/>
              <a:rect r="r" b="b" t="t" l="l"/>
              <a:pathLst>
                <a:path h="2146968" w="175605">
                  <a:moveTo>
                    <a:pt x="87802" y="0"/>
                  </a:moveTo>
                  <a:lnTo>
                    <a:pt x="87802" y="0"/>
                  </a:lnTo>
                  <a:cubicBezTo>
                    <a:pt x="111089" y="0"/>
                    <a:pt x="133422" y="9251"/>
                    <a:pt x="149888" y="25717"/>
                  </a:cubicBezTo>
                  <a:cubicBezTo>
                    <a:pt x="166354" y="42183"/>
                    <a:pt x="175605" y="64516"/>
                    <a:pt x="175605" y="87802"/>
                  </a:cubicBezTo>
                  <a:lnTo>
                    <a:pt x="175605" y="2059166"/>
                  </a:lnTo>
                  <a:cubicBezTo>
                    <a:pt x="175605" y="2107657"/>
                    <a:pt x="136294" y="2146968"/>
                    <a:pt x="87802" y="2146968"/>
                  </a:cubicBezTo>
                  <a:lnTo>
                    <a:pt x="87802" y="2146968"/>
                  </a:lnTo>
                  <a:cubicBezTo>
                    <a:pt x="39311" y="2146968"/>
                    <a:pt x="0" y="2107657"/>
                    <a:pt x="0" y="2059166"/>
                  </a:cubicBezTo>
                  <a:lnTo>
                    <a:pt x="0" y="87802"/>
                  </a:lnTo>
                  <a:cubicBezTo>
                    <a:pt x="0" y="39311"/>
                    <a:pt x="39311" y="0"/>
                    <a:pt x="878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175605" cy="2204118"/>
            </a:xfrm>
            <a:prstGeom prst="rect">
              <a:avLst/>
            </a:prstGeom>
          </p:spPr>
          <p:txBody>
            <a:bodyPr anchor="ctr" rtlCol="false" tIns="56592" lIns="56592" bIns="56592" rIns="56592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-5400000">
            <a:off x="3889707" y="7593050"/>
            <a:ext cx="424440" cy="424440"/>
            <a:chOff x="0" y="0"/>
            <a:chExt cx="100346" cy="10034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0346" cy="100346"/>
            </a:xfrm>
            <a:custGeom>
              <a:avLst/>
              <a:gdLst/>
              <a:ahLst/>
              <a:cxnLst/>
              <a:rect r="r" b="b" t="t" l="l"/>
              <a:pathLst>
                <a:path h="100346" w="100346">
                  <a:moveTo>
                    <a:pt x="50173" y="0"/>
                  </a:moveTo>
                  <a:lnTo>
                    <a:pt x="50173" y="0"/>
                  </a:lnTo>
                  <a:cubicBezTo>
                    <a:pt x="63480" y="0"/>
                    <a:pt x="76241" y="5286"/>
                    <a:pt x="85650" y="14695"/>
                  </a:cubicBezTo>
                  <a:cubicBezTo>
                    <a:pt x="95060" y="24105"/>
                    <a:pt x="100346" y="36866"/>
                    <a:pt x="100346" y="50173"/>
                  </a:cubicBezTo>
                  <a:lnTo>
                    <a:pt x="100346" y="50173"/>
                  </a:lnTo>
                  <a:cubicBezTo>
                    <a:pt x="100346" y="63480"/>
                    <a:pt x="95060" y="76241"/>
                    <a:pt x="85650" y="85650"/>
                  </a:cubicBezTo>
                  <a:cubicBezTo>
                    <a:pt x="76241" y="95060"/>
                    <a:pt x="63480" y="100346"/>
                    <a:pt x="5017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3DA8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100346" cy="157496"/>
            </a:xfrm>
            <a:prstGeom prst="rect">
              <a:avLst/>
            </a:prstGeom>
          </p:spPr>
          <p:txBody>
            <a:bodyPr anchor="ctr" rtlCol="false" tIns="56592" lIns="56592" bIns="56592" rIns="56592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548861" y="9001125"/>
            <a:ext cx="3716409" cy="476250"/>
            <a:chOff x="0" y="0"/>
            <a:chExt cx="978807" cy="12543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8807" cy="125432"/>
            </a:xfrm>
            <a:custGeom>
              <a:avLst/>
              <a:gdLst/>
              <a:ahLst/>
              <a:cxnLst/>
              <a:rect r="r" b="b" t="t" l="l"/>
              <a:pathLst>
                <a:path h="125432" w="978807">
                  <a:moveTo>
                    <a:pt x="16665" y="0"/>
                  </a:moveTo>
                  <a:lnTo>
                    <a:pt x="962142" y="0"/>
                  </a:lnTo>
                  <a:cubicBezTo>
                    <a:pt x="966562" y="0"/>
                    <a:pt x="970801" y="1756"/>
                    <a:pt x="973926" y="4881"/>
                  </a:cubicBezTo>
                  <a:cubicBezTo>
                    <a:pt x="977052" y="8007"/>
                    <a:pt x="978807" y="12245"/>
                    <a:pt x="978807" y="16665"/>
                  </a:cubicBezTo>
                  <a:lnTo>
                    <a:pt x="978807" y="108767"/>
                  </a:lnTo>
                  <a:cubicBezTo>
                    <a:pt x="978807" y="113187"/>
                    <a:pt x="977052" y="117426"/>
                    <a:pt x="973926" y="120551"/>
                  </a:cubicBezTo>
                  <a:cubicBezTo>
                    <a:pt x="970801" y="123676"/>
                    <a:pt x="966562" y="125432"/>
                    <a:pt x="962142" y="125432"/>
                  </a:cubicBezTo>
                  <a:lnTo>
                    <a:pt x="16665" y="125432"/>
                  </a:lnTo>
                  <a:cubicBezTo>
                    <a:pt x="7461" y="125432"/>
                    <a:pt x="0" y="117971"/>
                    <a:pt x="0" y="108767"/>
                  </a:cubicBezTo>
                  <a:lnTo>
                    <a:pt x="0" y="16665"/>
                  </a:lnTo>
                  <a:cubicBezTo>
                    <a:pt x="0" y="12245"/>
                    <a:pt x="1756" y="8007"/>
                    <a:pt x="4881" y="4881"/>
                  </a:cubicBezTo>
                  <a:cubicBezTo>
                    <a:pt x="8007" y="1756"/>
                    <a:pt x="12245" y="0"/>
                    <a:pt x="16665" y="0"/>
                  </a:cubicBezTo>
                  <a:close/>
                </a:path>
              </a:pathLst>
            </a:custGeom>
            <a:solidFill>
              <a:srgbClr val="1661D2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978807" cy="18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-5400000">
            <a:off x="7931592" y="4081716"/>
            <a:ext cx="742770" cy="9081204"/>
            <a:chOff x="0" y="0"/>
            <a:chExt cx="175605" cy="214696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75605" cy="2146968"/>
            </a:xfrm>
            <a:custGeom>
              <a:avLst/>
              <a:gdLst/>
              <a:ahLst/>
              <a:cxnLst/>
              <a:rect r="r" b="b" t="t" l="l"/>
              <a:pathLst>
                <a:path h="2146968" w="175605">
                  <a:moveTo>
                    <a:pt x="87802" y="0"/>
                  </a:moveTo>
                  <a:lnTo>
                    <a:pt x="87802" y="0"/>
                  </a:lnTo>
                  <a:cubicBezTo>
                    <a:pt x="111089" y="0"/>
                    <a:pt x="133422" y="9251"/>
                    <a:pt x="149888" y="25717"/>
                  </a:cubicBezTo>
                  <a:cubicBezTo>
                    <a:pt x="166354" y="42183"/>
                    <a:pt x="175605" y="64516"/>
                    <a:pt x="175605" y="87802"/>
                  </a:cubicBezTo>
                  <a:lnTo>
                    <a:pt x="175605" y="2059166"/>
                  </a:lnTo>
                  <a:cubicBezTo>
                    <a:pt x="175605" y="2107657"/>
                    <a:pt x="136294" y="2146968"/>
                    <a:pt x="87802" y="2146968"/>
                  </a:cubicBezTo>
                  <a:lnTo>
                    <a:pt x="87802" y="2146968"/>
                  </a:lnTo>
                  <a:cubicBezTo>
                    <a:pt x="39311" y="2146968"/>
                    <a:pt x="0" y="2107657"/>
                    <a:pt x="0" y="2059166"/>
                  </a:cubicBezTo>
                  <a:lnTo>
                    <a:pt x="0" y="87802"/>
                  </a:lnTo>
                  <a:cubicBezTo>
                    <a:pt x="0" y="39311"/>
                    <a:pt x="39311" y="0"/>
                    <a:pt x="8780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175605" cy="2204118"/>
            </a:xfrm>
            <a:prstGeom prst="rect">
              <a:avLst/>
            </a:prstGeom>
          </p:spPr>
          <p:txBody>
            <a:bodyPr anchor="ctr" rtlCol="false" tIns="56592" lIns="56592" bIns="56592" rIns="56592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-5400000">
            <a:off x="3889707" y="8410097"/>
            <a:ext cx="424440" cy="424440"/>
            <a:chOff x="0" y="0"/>
            <a:chExt cx="100346" cy="10034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0346" cy="100346"/>
            </a:xfrm>
            <a:custGeom>
              <a:avLst/>
              <a:gdLst/>
              <a:ahLst/>
              <a:cxnLst/>
              <a:rect r="r" b="b" t="t" l="l"/>
              <a:pathLst>
                <a:path h="100346" w="100346">
                  <a:moveTo>
                    <a:pt x="50173" y="0"/>
                  </a:moveTo>
                  <a:lnTo>
                    <a:pt x="50173" y="0"/>
                  </a:lnTo>
                  <a:cubicBezTo>
                    <a:pt x="63480" y="0"/>
                    <a:pt x="76241" y="5286"/>
                    <a:pt x="85650" y="14695"/>
                  </a:cubicBezTo>
                  <a:cubicBezTo>
                    <a:pt x="95060" y="24105"/>
                    <a:pt x="100346" y="36866"/>
                    <a:pt x="100346" y="50173"/>
                  </a:cubicBezTo>
                  <a:lnTo>
                    <a:pt x="100346" y="50173"/>
                  </a:lnTo>
                  <a:cubicBezTo>
                    <a:pt x="100346" y="63480"/>
                    <a:pt x="95060" y="76241"/>
                    <a:pt x="85650" y="85650"/>
                  </a:cubicBezTo>
                  <a:cubicBezTo>
                    <a:pt x="76241" y="95060"/>
                    <a:pt x="63480" y="100346"/>
                    <a:pt x="50173" y="100346"/>
                  </a:cubicBezTo>
                  <a:lnTo>
                    <a:pt x="50173" y="100346"/>
                  </a:lnTo>
                  <a:cubicBezTo>
                    <a:pt x="36866" y="100346"/>
                    <a:pt x="24105" y="95060"/>
                    <a:pt x="14695" y="85650"/>
                  </a:cubicBezTo>
                  <a:cubicBezTo>
                    <a:pt x="5286" y="76241"/>
                    <a:pt x="0" y="63480"/>
                    <a:pt x="0" y="50173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003DA8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100346" cy="157496"/>
            </a:xfrm>
            <a:prstGeom prst="rect">
              <a:avLst/>
            </a:prstGeom>
          </p:spPr>
          <p:txBody>
            <a:bodyPr anchor="ctr" rtlCol="false" tIns="56592" lIns="56592" bIns="56592" rIns="56592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323850" y="1565696"/>
            <a:ext cx="2857500" cy="476250"/>
            <a:chOff x="0" y="0"/>
            <a:chExt cx="752593" cy="12543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52593" cy="125432"/>
            </a:xfrm>
            <a:custGeom>
              <a:avLst/>
              <a:gdLst/>
              <a:ahLst/>
              <a:cxnLst/>
              <a:rect r="r" b="b" t="t" l="l"/>
              <a:pathLst>
                <a:path h="125432" w="752593">
                  <a:moveTo>
                    <a:pt x="21675" y="0"/>
                  </a:moveTo>
                  <a:lnTo>
                    <a:pt x="730918" y="0"/>
                  </a:lnTo>
                  <a:cubicBezTo>
                    <a:pt x="742889" y="0"/>
                    <a:pt x="752593" y="9704"/>
                    <a:pt x="752593" y="21675"/>
                  </a:cubicBezTo>
                  <a:lnTo>
                    <a:pt x="752593" y="103757"/>
                  </a:lnTo>
                  <a:cubicBezTo>
                    <a:pt x="752593" y="109506"/>
                    <a:pt x="750309" y="115019"/>
                    <a:pt x="746244" y="119084"/>
                  </a:cubicBezTo>
                  <a:cubicBezTo>
                    <a:pt x="742179" y="123149"/>
                    <a:pt x="736666" y="125432"/>
                    <a:pt x="730918" y="125432"/>
                  </a:cubicBezTo>
                  <a:lnTo>
                    <a:pt x="21675" y="125432"/>
                  </a:lnTo>
                  <a:cubicBezTo>
                    <a:pt x="9704" y="125432"/>
                    <a:pt x="0" y="115728"/>
                    <a:pt x="0" y="103757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E4EEFA">
                <a:alpha val="11765"/>
              </a:srgbClr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752593" cy="18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489720" y="4070771"/>
            <a:ext cx="203364" cy="78988"/>
            <a:chOff x="0" y="0"/>
            <a:chExt cx="50173" cy="1948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0173" cy="19487"/>
            </a:xfrm>
            <a:custGeom>
              <a:avLst/>
              <a:gdLst/>
              <a:ahLst/>
              <a:cxnLst/>
              <a:rect r="r" b="b" t="t" l="l"/>
              <a:pathLst>
                <a:path h="19487" w="50173">
                  <a:moveTo>
                    <a:pt x="0" y="0"/>
                  </a:moveTo>
                  <a:lnTo>
                    <a:pt x="50173" y="0"/>
                  </a:lnTo>
                  <a:lnTo>
                    <a:pt x="50173" y="19487"/>
                  </a:lnTo>
                  <a:lnTo>
                    <a:pt x="0" y="19487"/>
                  </a:lnTo>
                  <a:close/>
                </a:path>
              </a:pathLst>
            </a:custGeom>
            <a:solidFill>
              <a:srgbClr val="003DA8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50173" cy="76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480582" y="4129895"/>
            <a:ext cx="168235" cy="69463"/>
            <a:chOff x="0" y="0"/>
            <a:chExt cx="41506" cy="1713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1506" cy="17138"/>
            </a:xfrm>
            <a:custGeom>
              <a:avLst/>
              <a:gdLst/>
              <a:ahLst/>
              <a:cxnLst/>
              <a:rect r="r" b="b" t="t" l="l"/>
              <a:pathLst>
                <a:path h="17138" w="41506">
                  <a:moveTo>
                    <a:pt x="0" y="0"/>
                  </a:moveTo>
                  <a:lnTo>
                    <a:pt x="41506" y="0"/>
                  </a:lnTo>
                  <a:lnTo>
                    <a:pt x="41506" y="17138"/>
                  </a:lnTo>
                  <a:lnTo>
                    <a:pt x="0" y="17138"/>
                  </a:lnTo>
                  <a:close/>
                </a:path>
              </a:pathLst>
            </a:custGeom>
            <a:solidFill>
              <a:srgbClr val="003DA8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57150"/>
              <a:ext cx="41506" cy="74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480582" y="4180936"/>
            <a:ext cx="58418" cy="61328"/>
            <a:chOff x="0" y="0"/>
            <a:chExt cx="14413" cy="1513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413" cy="15131"/>
            </a:xfrm>
            <a:custGeom>
              <a:avLst/>
              <a:gdLst/>
              <a:ahLst/>
              <a:cxnLst/>
              <a:rect r="r" b="b" t="t" l="l"/>
              <a:pathLst>
                <a:path h="15131" w="14413">
                  <a:moveTo>
                    <a:pt x="0" y="0"/>
                  </a:moveTo>
                  <a:lnTo>
                    <a:pt x="14413" y="0"/>
                  </a:lnTo>
                  <a:lnTo>
                    <a:pt x="14413" y="15131"/>
                  </a:lnTo>
                  <a:lnTo>
                    <a:pt x="0" y="15131"/>
                  </a:lnTo>
                  <a:close/>
                </a:path>
              </a:pathLst>
            </a:custGeom>
            <a:solidFill>
              <a:srgbClr val="003DA8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14413" cy="72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6438467" y="552344"/>
            <a:ext cx="1163733" cy="526975"/>
            <a:chOff x="0" y="0"/>
            <a:chExt cx="1551644" cy="702633"/>
          </a:xfrm>
        </p:grpSpPr>
        <p:grpSp>
          <p:nvGrpSpPr>
            <p:cNvPr name="Group 94" id="94"/>
            <p:cNvGrpSpPr/>
            <p:nvPr/>
          </p:nvGrpSpPr>
          <p:grpSpPr>
            <a:xfrm rot="0">
              <a:off x="0" y="0"/>
              <a:ext cx="702633" cy="702633"/>
              <a:chOff x="0" y="0"/>
              <a:chExt cx="812800" cy="812800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3DA8"/>
                </a:solidFill>
                <a:prstDash val="solid"/>
                <a:miter/>
              </a:ln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81280" lIns="81280" bIns="81280" rIns="8128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46842" y="46842"/>
              <a:ext cx="608949" cy="608949"/>
              <a:chOff x="0" y="0"/>
              <a:chExt cx="812800" cy="812800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0" t="-9850" r="0" b="-9850"/>
                </a:stretch>
              </a:blipFill>
            </p:spPr>
          </p:sp>
        </p:grpSp>
        <p:sp>
          <p:nvSpPr>
            <p:cNvPr name="TextBox 99" id="99"/>
            <p:cNvSpPr txBox="true"/>
            <p:nvPr/>
          </p:nvSpPr>
          <p:spPr>
            <a:xfrm rot="0">
              <a:off x="851755" y="-14191"/>
              <a:ext cx="492758" cy="476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5"/>
                </a:lnSpc>
              </a:pPr>
              <a:r>
                <a:rPr lang="en-US" sz="218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Isa</a:t>
              </a:r>
            </a:p>
          </p:txBody>
        </p:sp>
        <p:sp>
          <p:nvSpPr>
            <p:cNvPr name="TextBox 100" id="100"/>
            <p:cNvSpPr txBox="true"/>
            <p:nvPr/>
          </p:nvSpPr>
          <p:spPr>
            <a:xfrm rot="0">
              <a:off x="851755" y="401716"/>
              <a:ext cx="699888" cy="25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3"/>
                </a:lnSpc>
              </a:pPr>
              <a:r>
                <a:rPr lang="en-US" sz="1152">
                  <a:solidFill>
                    <a:srgbClr val="003DA8"/>
                  </a:solidFill>
                  <a:latin typeface="Inter"/>
                  <a:ea typeface="Inter"/>
                  <a:cs typeface="Inter"/>
                  <a:sym typeface="Inter"/>
                </a:rPr>
                <a:t>Nível 12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-5400000">
            <a:off x="5064803" y="341577"/>
            <a:ext cx="2652944" cy="5238750"/>
            <a:chOff x="0" y="0"/>
            <a:chExt cx="698718" cy="137975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98718" cy="1379753"/>
            </a:xfrm>
            <a:custGeom>
              <a:avLst/>
              <a:gdLst/>
              <a:ahLst/>
              <a:cxnLst/>
              <a:rect r="r" b="b" t="t" l="l"/>
              <a:pathLst>
                <a:path h="1379753" w="698718">
                  <a:moveTo>
                    <a:pt x="43774" y="0"/>
                  </a:moveTo>
                  <a:lnTo>
                    <a:pt x="654944" y="0"/>
                  </a:lnTo>
                  <a:cubicBezTo>
                    <a:pt x="679120" y="0"/>
                    <a:pt x="698718" y="19598"/>
                    <a:pt x="698718" y="43774"/>
                  </a:cubicBezTo>
                  <a:lnTo>
                    <a:pt x="698718" y="1335979"/>
                  </a:lnTo>
                  <a:cubicBezTo>
                    <a:pt x="698718" y="1360155"/>
                    <a:pt x="679120" y="1379753"/>
                    <a:pt x="654944" y="1379753"/>
                  </a:cubicBezTo>
                  <a:lnTo>
                    <a:pt x="43774" y="1379753"/>
                  </a:lnTo>
                  <a:cubicBezTo>
                    <a:pt x="19598" y="1379753"/>
                    <a:pt x="0" y="1360155"/>
                    <a:pt x="0" y="1335979"/>
                  </a:cubicBezTo>
                  <a:lnTo>
                    <a:pt x="0" y="43774"/>
                  </a:lnTo>
                  <a:cubicBezTo>
                    <a:pt x="0" y="19598"/>
                    <a:pt x="19598" y="0"/>
                    <a:pt x="43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698718" cy="1436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-5400000">
            <a:off x="9791142" y="1234988"/>
            <a:ext cx="2652944" cy="3451929"/>
            <a:chOff x="0" y="0"/>
            <a:chExt cx="698718" cy="90915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98718" cy="909150"/>
            </a:xfrm>
            <a:custGeom>
              <a:avLst/>
              <a:gdLst/>
              <a:ahLst/>
              <a:cxnLst/>
              <a:rect r="r" b="b" t="t" l="l"/>
              <a:pathLst>
                <a:path h="909150" w="698718">
                  <a:moveTo>
                    <a:pt x="43774" y="0"/>
                  </a:moveTo>
                  <a:lnTo>
                    <a:pt x="654944" y="0"/>
                  </a:lnTo>
                  <a:cubicBezTo>
                    <a:pt x="679120" y="0"/>
                    <a:pt x="698718" y="19598"/>
                    <a:pt x="698718" y="43774"/>
                  </a:cubicBezTo>
                  <a:lnTo>
                    <a:pt x="698718" y="865376"/>
                  </a:lnTo>
                  <a:cubicBezTo>
                    <a:pt x="698718" y="889552"/>
                    <a:pt x="679120" y="909150"/>
                    <a:pt x="654944" y="909150"/>
                  </a:cubicBezTo>
                  <a:lnTo>
                    <a:pt x="43774" y="909150"/>
                  </a:lnTo>
                  <a:cubicBezTo>
                    <a:pt x="19598" y="909150"/>
                    <a:pt x="0" y="889552"/>
                    <a:pt x="0" y="865376"/>
                  </a:cubicBezTo>
                  <a:lnTo>
                    <a:pt x="0" y="43774"/>
                  </a:lnTo>
                  <a:cubicBezTo>
                    <a:pt x="0" y="19598"/>
                    <a:pt x="19598" y="0"/>
                    <a:pt x="43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698718" cy="96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Freeform 107" id="107"/>
          <p:cNvSpPr/>
          <p:nvPr/>
        </p:nvSpPr>
        <p:spPr>
          <a:xfrm flipH="false" flipV="false" rot="0">
            <a:off x="470092" y="23076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8" id="108"/>
          <p:cNvSpPr/>
          <p:nvPr/>
        </p:nvSpPr>
        <p:spPr>
          <a:xfrm flipH="false" flipV="false" rot="0">
            <a:off x="467147" y="29172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9" id="109"/>
          <p:cNvSpPr/>
          <p:nvPr/>
        </p:nvSpPr>
        <p:spPr>
          <a:xfrm flipH="false" flipV="false" rot="0">
            <a:off x="477102" y="1688552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0" id="110"/>
          <p:cNvSpPr/>
          <p:nvPr/>
        </p:nvSpPr>
        <p:spPr>
          <a:xfrm flipH="false" flipV="false" rot="0">
            <a:off x="467147" y="35268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1" id="111"/>
          <p:cNvSpPr/>
          <p:nvPr/>
        </p:nvSpPr>
        <p:spPr>
          <a:xfrm flipH="false" flipV="false" rot="0">
            <a:off x="467147" y="41364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2" id="112"/>
          <p:cNvSpPr/>
          <p:nvPr/>
        </p:nvSpPr>
        <p:spPr>
          <a:xfrm flipH="false" flipV="false" rot="0">
            <a:off x="467147" y="47460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3" id="113"/>
          <p:cNvSpPr/>
          <p:nvPr/>
        </p:nvSpPr>
        <p:spPr>
          <a:xfrm flipH="false" flipV="false" rot="0">
            <a:off x="3982865" y="6869160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4" id="114"/>
          <p:cNvSpPr/>
          <p:nvPr/>
        </p:nvSpPr>
        <p:spPr>
          <a:xfrm flipH="false" flipV="false" rot="0">
            <a:off x="3982865" y="6052113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5" id="115"/>
          <p:cNvSpPr/>
          <p:nvPr/>
        </p:nvSpPr>
        <p:spPr>
          <a:xfrm flipH="false" flipV="false" rot="0">
            <a:off x="3982865" y="7686207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6" id="116"/>
          <p:cNvSpPr/>
          <p:nvPr/>
        </p:nvSpPr>
        <p:spPr>
          <a:xfrm flipH="false" flipV="false" rot="0">
            <a:off x="3982865" y="8503255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7" id="117"/>
          <p:cNvSpPr/>
          <p:nvPr/>
        </p:nvSpPr>
        <p:spPr>
          <a:xfrm flipH="false" flipV="false" rot="0">
            <a:off x="15670924" y="649144"/>
            <a:ext cx="333375" cy="333375"/>
          </a:xfrm>
          <a:custGeom>
            <a:avLst/>
            <a:gdLst/>
            <a:ahLst/>
            <a:cxnLst/>
            <a:rect r="r" b="b" t="t" l="l"/>
            <a:pathLst>
              <a:path h="333375" w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0347985" y="2410612"/>
            <a:ext cx="1539259" cy="1539259"/>
            <a:chOff x="0" y="0"/>
            <a:chExt cx="2052345" cy="2052345"/>
          </a:xfrm>
        </p:grpSpPr>
        <p:pic>
          <p:nvPicPr>
            <p:cNvPr name="Picture 119" id="119"/>
            <p:cNvPicPr>
              <a:picLocks noChangeAspect="true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0">
              <a:off x="-205235" y="-205235"/>
              <a:ext cx="2462814" cy="2462814"/>
            </a:xfrm>
            <a:prstGeom prst="rect">
              <a:avLst/>
            </a:prstGeom>
          </p:spPr>
        </p:pic>
        <p:grpSp>
          <p:nvGrpSpPr>
            <p:cNvPr name="Group 120" id="120"/>
            <p:cNvGrpSpPr/>
            <p:nvPr/>
          </p:nvGrpSpPr>
          <p:grpSpPr>
            <a:xfrm rot="0">
              <a:off x="510753" y="711205"/>
              <a:ext cx="1058163" cy="872722"/>
              <a:chOff x="0" y="0"/>
              <a:chExt cx="197976" cy="163281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197976" cy="163281"/>
              </a:xfrm>
              <a:custGeom>
                <a:avLst/>
                <a:gdLst/>
                <a:ahLst/>
                <a:cxnLst/>
                <a:rect r="r" b="b" t="t" l="l"/>
                <a:pathLst>
                  <a:path h="163281" w="197976">
                    <a:moveTo>
                      <a:pt x="0" y="0"/>
                    </a:moveTo>
                    <a:lnTo>
                      <a:pt x="197976" y="0"/>
                    </a:lnTo>
                    <a:lnTo>
                      <a:pt x="197976" y="163281"/>
                    </a:lnTo>
                    <a:lnTo>
                      <a:pt x="0" y="16328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2" id="122"/>
              <p:cNvSpPr txBox="true"/>
              <p:nvPr/>
            </p:nvSpPr>
            <p:spPr>
              <a:xfrm>
                <a:off x="0" y="-57150"/>
                <a:ext cx="197976" cy="220431"/>
              </a:xfrm>
              <a:prstGeom prst="rect">
                <a:avLst/>
              </a:prstGeom>
            </p:spPr>
            <p:txBody>
              <a:bodyPr anchor="ctr" rtlCol="false" tIns="53634" lIns="53634" bIns="53634" rIns="53634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3" id="123"/>
            <p:cNvSpPr txBox="true"/>
            <p:nvPr/>
          </p:nvSpPr>
          <p:spPr>
            <a:xfrm rot="0">
              <a:off x="540578" y="563497"/>
              <a:ext cx="1028338" cy="711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4445"/>
                </a:lnSpc>
                <a:spcBef>
                  <a:spcPct val="0"/>
                </a:spcBef>
              </a:pPr>
              <a:r>
                <a:rPr lang="en-US" sz="3175" strike="noStrike" u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71%</a:t>
              </a:r>
            </a:p>
          </p:txBody>
        </p:sp>
        <p:sp>
          <p:nvSpPr>
            <p:cNvPr name="TextBox 124" id="124"/>
            <p:cNvSpPr txBox="true"/>
            <p:nvPr/>
          </p:nvSpPr>
          <p:spPr>
            <a:xfrm rot="0">
              <a:off x="615824" y="1126847"/>
              <a:ext cx="851735" cy="2923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877"/>
                </a:lnSpc>
              </a:pPr>
              <a:r>
                <a:rPr lang="en-US" sz="134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da meta</a:t>
              </a:r>
            </a:p>
          </p:txBody>
        </p:sp>
      </p:grpSp>
      <p:sp>
        <p:nvSpPr>
          <p:cNvPr name="TextBox 125" id="125"/>
          <p:cNvSpPr txBox="true"/>
          <p:nvPr/>
        </p:nvSpPr>
        <p:spPr>
          <a:xfrm rot="0">
            <a:off x="9674751" y="1929722"/>
            <a:ext cx="201299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Progresso mensal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4105275" y="1933332"/>
            <a:ext cx="251591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Tempo de estudo hoje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4105275" y="2526825"/>
            <a:ext cx="1941195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sz="34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4h 25min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4105275" y="3442665"/>
            <a:ext cx="205650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 diária: </a:t>
            </a:r>
            <a:r>
              <a:rPr lang="en-US" sz="1600">
                <a:solidFill>
                  <a:srgbClr val="003DA8"/>
                </a:solidFill>
                <a:latin typeface="Inter"/>
                <a:ea typeface="Inter"/>
                <a:cs typeface="Inter"/>
                <a:sym typeface="Inter"/>
              </a:rPr>
              <a:t>6h 00min</a:t>
            </a:r>
          </a:p>
        </p:txBody>
      </p:sp>
      <p:grpSp>
        <p:nvGrpSpPr>
          <p:cNvPr name="Group 129" id="129"/>
          <p:cNvGrpSpPr/>
          <p:nvPr/>
        </p:nvGrpSpPr>
        <p:grpSpPr>
          <a:xfrm rot="0">
            <a:off x="3771900" y="473433"/>
            <a:ext cx="2766444" cy="684797"/>
            <a:chOff x="0" y="0"/>
            <a:chExt cx="3688592" cy="913063"/>
          </a:xfrm>
        </p:grpSpPr>
        <p:sp>
          <p:nvSpPr>
            <p:cNvPr name="TextBox 130" id="130"/>
            <p:cNvSpPr txBox="true"/>
            <p:nvPr/>
          </p:nvSpPr>
          <p:spPr>
            <a:xfrm rot="0">
              <a:off x="0" y="-47625"/>
              <a:ext cx="1792432" cy="569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</a:pPr>
              <a:r>
                <a:rPr lang="en-US" sz="259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Olá, Isa! </a:t>
              </a:r>
            </a:p>
          </p:txBody>
        </p:sp>
        <p:sp>
          <p:nvSpPr>
            <p:cNvPr name="TextBox 131" id="131"/>
            <p:cNvSpPr txBox="true"/>
            <p:nvPr/>
          </p:nvSpPr>
          <p:spPr>
            <a:xfrm rot="0">
              <a:off x="0" y="570199"/>
              <a:ext cx="3688592" cy="3428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Continue sua jornada com foco</a:t>
              </a:r>
            </a:p>
          </p:txBody>
        </p:sp>
      </p:grpSp>
      <p:sp>
        <p:nvSpPr>
          <p:cNvPr name="TextBox 132" id="132"/>
          <p:cNvSpPr txBox="true"/>
          <p:nvPr/>
        </p:nvSpPr>
        <p:spPr>
          <a:xfrm rot="0">
            <a:off x="3762375" y="5302585"/>
            <a:ext cx="1965343" cy="33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Próximas tarefas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4537955" y="6011377"/>
            <a:ext cx="2596712" cy="2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7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Matemática - Exercícios 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9085650" y="6011377"/>
            <a:ext cx="945374" cy="2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782">
                <a:solidFill>
                  <a:srgbClr val="003DA8"/>
                </a:solidFill>
                <a:latin typeface="Inter"/>
                <a:ea typeface="Inter"/>
                <a:cs typeface="Inter"/>
                <a:sym typeface="Inter"/>
              </a:rPr>
              <a:t>1h 30min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1793949" y="6011377"/>
            <a:ext cx="405539" cy="2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782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Alta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4537955" y="6828425"/>
            <a:ext cx="2472530" cy="2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7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Física - Prova Bimestral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9082666" y="6820396"/>
            <a:ext cx="948359" cy="2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782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1h 00min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1673663" y="6820396"/>
            <a:ext cx="646111" cy="2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782">
                <a:solidFill>
                  <a:srgbClr val="FFBD59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4537955" y="7645472"/>
            <a:ext cx="1840512" cy="2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7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Redação - Ensaio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9227241" y="7664820"/>
            <a:ext cx="659209" cy="2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782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45</a:t>
            </a:r>
            <a:r>
              <a:rPr lang="en-US" sz="1782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1710802" y="7664820"/>
            <a:ext cx="571834" cy="2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782">
                <a:solidFill>
                  <a:srgbClr val="003DA8"/>
                </a:solidFill>
                <a:latin typeface="Inter"/>
                <a:ea typeface="Inter"/>
                <a:cs typeface="Inter"/>
                <a:sym typeface="Inter"/>
              </a:rPr>
              <a:t>Baixa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3521461" y="6095065"/>
            <a:ext cx="139219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Seus pontos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3548861" y="7008518"/>
            <a:ext cx="136716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2.450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4969918" y="7254228"/>
            <a:ext cx="43714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pts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3550135" y="7798203"/>
            <a:ext cx="1988769" cy="25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0"/>
              </a:lnSpc>
              <a:spcBef>
                <a:spcPct val="0"/>
              </a:spcBef>
            </a:pPr>
            <a:r>
              <a:rPr lang="en-US" sz="1435">
                <a:solidFill>
                  <a:srgbClr val="30A700"/>
                </a:solidFill>
                <a:latin typeface="Inter"/>
                <a:ea typeface="Inter"/>
                <a:cs typeface="Inter"/>
                <a:sym typeface="Inter"/>
              </a:rPr>
              <a:t>+150 pts</a:t>
            </a:r>
            <a:r>
              <a:rPr lang="en-US" sz="1435">
                <a:solidFill>
                  <a:srgbClr val="00A71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essa semana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4482576" y="9076373"/>
            <a:ext cx="1752243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Ver recompensas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4537955" y="8462520"/>
            <a:ext cx="1840512" cy="29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178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TCC - Portfólio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9186566" y="8481868"/>
            <a:ext cx="976371" cy="2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782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1h00 </a:t>
            </a:r>
            <a:r>
              <a:rPr lang="en-US" sz="1782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1701277" y="8462520"/>
            <a:ext cx="571834" cy="29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782">
                <a:solidFill>
                  <a:srgbClr val="003DA8"/>
                </a:solidFill>
                <a:latin typeface="Inter"/>
                <a:ea typeface="Inter"/>
                <a:cs typeface="Inter"/>
                <a:sym typeface="Inter"/>
              </a:rPr>
              <a:t>Baixa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1987194" y="5339111"/>
            <a:ext cx="84034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3DA8"/>
                </a:solidFill>
                <a:latin typeface="Inter"/>
                <a:ea typeface="Inter"/>
                <a:cs typeface="Inter"/>
                <a:sym typeface="Inter"/>
              </a:rPr>
              <a:t>Ver todas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831520" y="16599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Início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825716" y="22695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Tarefas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825716" y="28791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Estudos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825716" y="34887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Recompensas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825716" y="40983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Desempenho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831520" y="47079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Configuração</a:t>
            </a:r>
          </a:p>
        </p:txBody>
      </p:sp>
      <p:pic>
        <p:nvPicPr>
          <p:cNvPr name="Picture 157" id="15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3647122" y="3354273"/>
            <a:ext cx="5497830" cy="10537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3396704" y="3600450"/>
            <a:ext cx="10287000" cy="3086100"/>
            <a:chOff x="0" y="0"/>
            <a:chExt cx="270933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3DA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09333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85800" y="476250"/>
            <a:ext cx="1410816" cy="594282"/>
          </a:xfrm>
          <a:custGeom>
            <a:avLst/>
            <a:gdLst/>
            <a:ahLst/>
            <a:cxnLst/>
            <a:rect r="r" b="b" t="t" l="l"/>
            <a:pathLst>
              <a:path h="594282" w="1410816">
                <a:moveTo>
                  <a:pt x="0" y="0"/>
                </a:moveTo>
                <a:lnTo>
                  <a:pt x="1410816" y="0"/>
                </a:lnTo>
                <a:lnTo>
                  <a:pt x="1410816" y="594282"/>
                </a:lnTo>
                <a:lnTo>
                  <a:pt x="0" y="594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06" t="-133282" r="-29892" b="-15153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75954" y="476250"/>
            <a:ext cx="50951" cy="50951"/>
          </a:xfrm>
          <a:custGeom>
            <a:avLst/>
            <a:gdLst/>
            <a:ahLst/>
            <a:cxnLst/>
            <a:rect r="r" b="b" t="t" l="l"/>
            <a:pathLst>
              <a:path h="50951" w="50951">
                <a:moveTo>
                  <a:pt x="0" y="0"/>
                </a:moveTo>
                <a:lnTo>
                  <a:pt x="50950" y="0"/>
                </a:lnTo>
                <a:lnTo>
                  <a:pt x="50950" y="50951"/>
                </a:lnTo>
                <a:lnTo>
                  <a:pt x="0" y="50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8046" y="2183852"/>
            <a:ext cx="2857500" cy="476250"/>
            <a:chOff x="0" y="0"/>
            <a:chExt cx="752593" cy="125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2593" cy="125432"/>
            </a:xfrm>
            <a:custGeom>
              <a:avLst/>
              <a:gdLst/>
              <a:ahLst/>
              <a:cxnLst/>
              <a:rect r="r" b="b" t="t" l="l"/>
              <a:pathLst>
                <a:path h="125432" w="752593">
                  <a:moveTo>
                    <a:pt x="21675" y="0"/>
                  </a:moveTo>
                  <a:lnTo>
                    <a:pt x="730918" y="0"/>
                  </a:lnTo>
                  <a:cubicBezTo>
                    <a:pt x="742889" y="0"/>
                    <a:pt x="752593" y="9704"/>
                    <a:pt x="752593" y="21675"/>
                  </a:cubicBezTo>
                  <a:lnTo>
                    <a:pt x="752593" y="103757"/>
                  </a:lnTo>
                  <a:cubicBezTo>
                    <a:pt x="752593" y="109506"/>
                    <a:pt x="750309" y="115019"/>
                    <a:pt x="746244" y="119084"/>
                  </a:cubicBezTo>
                  <a:cubicBezTo>
                    <a:pt x="742179" y="123149"/>
                    <a:pt x="736666" y="125432"/>
                    <a:pt x="730918" y="125432"/>
                  </a:cubicBezTo>
                  <a:lnTo>
                    <a:pt x="21675" y="125432"/>
                  </a:lnTo>
                  <a:cubicBezTo>
                    <a:pt x="9704" y="125432"/>
                    <a:pt x="0" y="115728"/>
                    <a:pt x="0" y="103757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E4EEFA">
                <a:alpha val="11765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752593" cy="18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1907563" y="3536329"/>
            <a:ext cx="8161537" cy="4485032"/>
            <a:chOff x="0" y="0"/>
            <a:chExt cx="2149497" cy="11812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9497" cy="1181219"/>
            </a:xfrm>
            <a:custGeom>
              <a:avLst/>
              <a:gdLst/>
              <a:ahLst/>
              <a:cxnLst/>
              <a:rect r="r" b="b" t="t" l="l"/>
              <a:pathLst>
                <a:path h="1181219" w="2149497">
                  <a:moveTo>
                    <a:pt x="14229" y="0"/>
                  </a:moveTo>
                  <a:lnTo>
                    <a:pt x="2135268" y="0"/>
                  </a:lnTo>
                  <a:cubicBezTo>
                    <a:pt x="2143127" y="0"/>
                    <a:pt x="2149497" y="6370"/>
                    <a:pt x="2149497" y="14229"/>
                  </a:cubicBezTo>
                  <a:lnTo>
                    <a:pt x="2149497" y="1166990"/>
                  </a:lnTo>
                  <a:cubicBezTo>
                    <a:pt x="2149497" y="1174849"/>
                    <a:pt x="2143127" y="1181219"/>
                    <a:pt x="2135268" y="1181219"/>
                  </a:cubicBezTo>
                  <a:lnTo>
                    <a:pt x="14229" y="1181219"/>
                  </a:lnTo>
                  <a:cubicBezTo>
                    <a:pt x="6370" y="1181219"/>
                    <a:pt x="0" y="1174849"/>
                    <a:pt x="0" y="1166990"/>
                  </a:cubicBezTo>
                  <a:lnTo>
                    <a:pt x="0" y="14229"/>
                  </a:lnTo>
                  <a:cubicBezTo>
                    <a:pt x="0" y="6370"/>
                    <a:pt x="6370" y="0"/>
                    <a:pt x="14229" y="0"/>
                  </a:cubicBezTo>
                  <a:close/>
                </a:path>
              </a:pathLst>
            </a:custGeom>
            <a:solidFill>
              <a:srgbClr val="F5F6F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49497" cy="123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5282993" y="2937803"/>
            <a:ext cx="1501026" cy="4041390"/>
            <a:chOff x="0" y="0"/>
            <a:chExt cx="395324" cy="10643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5324" cy="1064377"/>
            </a:xfrm>
            <a:custGeom>
              <a:avLst/>
              <a:gdLst/>
              <a:ahLst/>
              <a:cxnLst/>
              <a:rect r="r" b="b" t="t" l="l"/>
              <a:pathLst>
                <a:path h="1064377" w="395324">
                  <a:moveTo>
                    <a:pt x="41262" y="0"/>
                  </a:moveTo>
                  <a:lnTo>
                    <a:pt x="354062" y="0"/>
                  </a:lnTo>
                  <a:cubicBezTo>
                    <a:pt x="376850" y="0"/>
                    <a:pt x="395324" y="18474"/>
                    <a:pt x="395324" y="41262"/>
                  </a:cubicBezTo>
                  <a:lnTo>
                    <a:pt x="395324" y="1023115"/>
                  </a:lnTo>
                  <a:cubicBezTo>
                    <a:pt x="395324" y="1045904"/>
                    <a:pt x="376850" y="1064377"/>
                    <a:pt x="354062" y="1064377"/>
                  </a:cubicBezTo>
                  <a:lnTo>
                    <a:pt x="41262" y="1064377"/>
                  </a:lnTo>
                  <a:cubicBezTo>
                    <a:pt x="18474" y="1064377"/>
                    <a:pt x="0" y="1045904"/>
                    <a:pt x="0" y="1023115"/>
                  </a:cubicBezTo>
                  <a:lnTo>
                    <a:pt x="0" y="41262"/>
                  </a:lnTo>
                  <a:cubicBezTo>
                    <a:pt x="0" y="18474"/>
                    <a:pt x="18474" y="0"/>
                    <a:pt x="41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95324" cy="1121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5400000">
            <a:off x="3334481" y="4887507"/>
            <a:ext cx="1501026" cy="141981"/>
            <a:chOff x="0" y="0"/>
            <a:chExt cx="395324" cy="373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5324" cy="37393"/>
            </a:xfrm>
            <a:custGeom>
              <a:avLst/>
              <a:gdLst/>
              <a:ahLst/>
              <a:cxnLst/>
              <a:rect r="r" b="b" t="t" l="l"/>
              <a:pathLst>
                <a:path h="37393" w="395324">
                  <a:moveTo>
                    <a:pt x="18697" y="0"/>
                  </a:moveTo>
                  <a:lnTo>
                    <a:pt x="376627" y="0"/>
                  </a:lnTo>
                  <a:cubicBezTo>
                    <a:pt x="386953" y="0"/>
                    <a:pt x="395324" y="8371"/>
                    <a:pt x="395324" y="18697"/>
                  </a:cubicBezTo>
                  <a:lnTo>
                    <a:pt x="395324" y="18697"/>
                  </a:lnTo>
                  <a:cubicBezTo>
                    <a:pt x="395324" y="29023"/>
                    <a:pt x="386953" y="37393"/>
                    <a:pt x="376627" y="37393"/>
                  </a:cubicBezTo>
                  <a:lnTo>
                    <a:pt x="18697" y="37393"/>
                  </a:lnTo>
                  <a:cubicBezTo>
                    <a:pt x="8371" y="37393"/>
                    <a:pt x="0" y="29023"/>
                    <a:pt x="0" y="18697"/>
                  </a:cubicBezTo>
                  <a:lnTo>
                    <a:pt x="0" y="18697"/>
                  </a:lnTo>
                  <a:cubicBezTo>
                    <a:pt x="0" y="8371"/>
                    <a:pt x="8371" y="0"/>
                    <a:pt x="18697" y="0"/>
                  </a:cubicBez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95324" cy="94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084994" y="4207985"/>
            <a:ext cx="327488" cy="1501026"/>
            <a:chOff x="0" y="0"/>
            <a:chExt cx="86252" cy="3953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252" cy="395332"/>
            </a:xfrm>
            <a:custGeom>
              <a:avLst/>
              <a:gdLst/>
              <a:ahLst/>
              <a:cxnLst/>
              <a:rect r="r" b="b" t="t" l="l"/>
              <a:pathLst>
                <a:path h="395332" w="86252">
                  <a:moveTo>
                    <a:pt x="0" y="0"/>
                  </a:moveTo>
                  <a:lnTo>
                    <a:pt x="86252" y="0"/>
                  </a:lnTo>
                  <a:lnTo>
                    <a:pt x="86252" y="395332"/>
                  </a:lnTo>
                  <a:lnTo>
                    <a:pt x="0" y="3953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6252" cy="452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572588" y="4392077"/>
            <a:ext cx="36327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História - Resumo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852380" y="4430177"/>
            <a:ext cx="36433" cy="142875"/>
          </a:xfrm>
          <a:custGeom>
            <a:avLst/>
            <a:gdLst/>
            <a:ahLst/>
            <a:cxnLst/>
            <a:rect r="r" b="b" t="t" l="l"/>
            <a:pathLst>
              <a:path h="142875" w="36433">
                <a:moveTo>
                  <a:pt x="0" y="0"/>
                </a:moveTo>
                <a:lnTo>
                  <a:pt x="36433" y="0"/>
                </a:lnTo>
                <a:lnTo>
                  <a:pt x="36433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-5400000">
            <a:off x="5284186" y="4610279"/>
            <a:ext cx="1501026" cy="4041390"/>
            <a:chOff x="0" y="0"/>
            <a:chExt cx="395324" cy="10643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5324" cy="1064377"/>
            </a:xfrm>
            <a:custGeom>
              <a:avLst/>
              <a:gdLst/>
              <a:ahLst/>
              <a:cxnLst/>
              <a:rect r="r" b="b" t="t" l="l"/>
              <a:pathLst>
                <a:path h="1064377" w="395324">
                  <a:moveTo>
                    <a:pt x="41262" y="0"/>
                  </a:moveTo>
                  <a:lnTo>
                    <a:pt x="354062" y="0"/>
                  </a:lnTo>
                  <a:cubicBezTo>
                    <a:pt x="376850" y="0"/>
                    <a:pt x="395324" y="18474"/>
                    <a:pt x="395324" y="41262"/>
                  </a:cubicBezTo>
                  <a:lnTo>
                    <a:pt x="395324" y="1023115"/>
                  </a:lnTo>
                  <a:cubicBezTo>
                    <a:pt x="395324" y="1045904"/>
                    <a:pt x="376850" y="1064377"/>
                    <a:pt x="354062" y="1064377"/>
                  </a:cubicBezTo>
                  <a:lnTo>
                    <a:pt x="41262" y="1064377"/>
                  </a:lnTo>
                  <a:cubicBezTo>
                    <a:pt x="18474" y="1064377"/>
                    <a:pt x="0" y="1045904"/>
                    <a:pt x="0" y="1023115"/>
                  </a:cubicBezTo>
                  <a:lnTo>
                    <a:pt x="0" y="41262"/>
                  </a:lnTo>
                  <a:cubicBezTo>
                    <a:pt x="0" y="18474"/>
                    <a:pt x="18474" y="0"/>
                    <a:pt x="41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395324" cy="1121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3335674" y="6559983"/>
            <a:ext cx="1501026" cy="141981"/>
            <a:chOff x="0" y="0"/>
            <a:chExt cx="395324" cy="3739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5324" cy="37393"/>
            </a:xfrm>
            <a:custGeom>
              <a:avLst/>
              <a:gdLst/>
              <a:ahLst/>
              <a:cxnLst/>
              <a:rect r="r" b="b" t="t" l="l"/>
              <a:pathLst>
                <a:path h="37393" w="395324">
                  <a:moveTo>
                    <a:pt x="18697" y="0"/>
                  </a:moveTo>
                  <a:lnTo>
                    <a:pt x="376627" y="0"/>
                  </a:lnTo>
                  <a:cubicBezTo>
                    <a:pt x="386953" y="0"/>
                    <a:pt x="395324" y="8371"/>
                    <a:pt x="395324" y="18697"/>
                  </a:cubicBezTo>
                  <a:lnTo>
                    <a:pt x="395324" y="18697"/>
                  </a:lnTo>
                  <a:cubicBezTo>
                    <a:pt x="395324" y="29023"/>
                    <a:pt x="386953" y="37393"/>
                    <a:pt x="376627" y="37393"/>
                  </a:cubicBezTo>
                  <a:lnTo>
                    <a:pt x="18697" y="37393"/>
                  </a:lnTo>
                  <a:cubicBezTo>
                    <a:pt x="8371" y="37393"/>
                    <a:pt x="0" y="29023"/>
                    <a:pt x="0" y="18697"/>
                  </a:cubicBezTo>
                  <a:lnTo>
                    <a:pt x="0" y="18697"/>
                  </a:lnTo>
                  <a:cubicBezTo>
                    <a:pt x="0" y="8371"/>
                    <a:pt x="8371" y="0"/>
                    <a:pt x="18697" y="0"/>
                  </a:cubicBezTo>
                  <a:close/>
                </a:path>
              </a:pathLst>
            </a:custGeom>
            <a:solidFill>
              <a:srgbClr val="CB6CE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95324" cy="94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086187" y="5880461"/>
            <a:ext cx="327488" cy="1501026"/>
            <a:chOff x="0" y="0"/>
            <a:chExt cx="86252" cy="3953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252" cy="395332"/>
            </a:xfrm>
            <a:custGeom>
              <a:avLst/>
              <a:gdLst/>
              <a:ahLst/>
              <a:cxnLst/>
              <a:rect r="r" b="b" t="t" l="l"/>
              <a:pathLst>
                <a:path h="395332" w="86252">
                  <a:moveTo>
                    <a:pt x="0" y="0"/>
                  </a:moveTo>
                  <a:lnTo>
                    <a:pt x="86252" y="0"/>
                  </a:lnTo>
                  <a:lnTo>
                    <a:pt x="86252" y="395332"/>
                  </a:lnTo>
                  <a:lnTo>
                    <a:pt x="0" y="3953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86252" cy="452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566956" y="6064553"/>
            <a:ext cx="36327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Inglês - Vocabulário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7853572" y="6102653"/>
            <a:ext cx="36433" cy="142875"/>
          </a:xfrm>
          <a:custGeom>
            <a:avLst/>
            <a:gdLst/>
            <a:ahLst/>
            <a:cxnLst/>
            <a:rect r="r" b="b" t="t" l="l"/>
            <a:pathLst>
              <a:path h="142875" w="36433">
                <a:moveTo>
                  <a:pt x="0" y="0"/>
                </a:moveTo>
                <a:lnTo>
                  <a:pt x="36434" y="0"/>
                </a:lnTo>
                <a:lnTo>
                  <a:pt x="36434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-5400000">
            <a:off x="5284186" y="6282755"/>
            <a:ext cx="1501026" cy="4041390"/>
            <a:chOff x="0" y="0"/>
            <a:chExt cx="395324" cy="10643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5324" cy="1064377"/>
            </a:xfrm>
            <a:custGeom>
              <a:avLst/>
              <a:gdLst/>
              <a:ahLst/>
              <a:cxnLst/>
              <a:rect r="r" b="b" t="t" l="l"/>
              <a:pathLst>
                <a:path h="1064377" w="395324">
                  <a:moveTo>
                    <a:pt x="41262" y="0"/>
                  </a:moveTo>
                  <a:lnTo>
                    <a:pt x="354062" y="0"/>
                  </a:lnTo>
                  <a:cubicBezTo>
                    <a:pt x="376850" y="0"/>
                    <a:pt x="395324" y="18474"/>
                    <a:pt x="395324" y="41262"/>
                  </a:cubicBezTo>
                  <a:lnTo>
                    <a:pt x="395324" y="1023115"/>
                  </a:lnTo>
                  <a:cubicBezTo>
                    <a:pt x="395324" y="1045904"/>
                    <a:pt x="376850" y="1064377"/>
                    <a:pt x="354062" y="1064377"/>
                  </a:cubicBezTo>
                  <a:lnTo>
                    <a:pt x="41262" y="1064377"/>
                  </a:lnTo>
                  <a:cubicBezTo>
                    <a:pt x="18474" y="1064377"/>
                    <a:pt x="0" y="1045904"/>
                    <a:pt x="0" y="1023115"/>
                  </a:cubicBezTo>
                  <a:lnTo>
                    <a:pt x="0" y="41262"/>
                  </a:lnTo>
                  <a:cubicBezTo>
                    <a:pt x="0" y="18474"/>
                    <a:pt x="18474" y="0"/>
                    <a:pt x="41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395324" cy="1121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3335674" y="8232460"/>
            <a:ext cx="1501026" cy="141981"/>
            <a:chOff x="0" y="0"/>
            <a:chExt cx="395324" cy="373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5324" cy="37393"/>
            </a:xfrm>
            <a:custGeom>
              <a:avLst/>
              <a:gdLst/>
              <a:ahLst/>
              <a:cxnLst/>
              <a:rect r="r" b="b" t="t" l="l"/>
              <a:pathLst>
                <a:path h="37393" w="395324">
                  <a:moveTo>
                    <a:pt x="18697" y="0"/>
                  </a:moveTo>
                  <a:lnTo>
                    <a:pt x="376627" y="0"/>
                  </a:lnTo>
                  <a:cubicBezTo>
                    <a:pt x="386953" y="0"/>
                    <a:pt x="395324" y="8371"/>
                    <a:pt x="395324" y="18697"/>
                  </a:cubicBezTo>
                  <a:lnTo>
                    <a:pt x="395324" y="18697"/>
                  </a:lnTo>
                  <a:cubicBezTo>
                    <a:pt x="395324" y="29023"/>
                    <a:pt x="386953" y="37393"/>
                    <a:pt x="376627" y="37393"/>
                  </a:cubicBezTo>
                  <a:lnTo>
                    <a:pt x="18697" y="37393"/>
                  </a:lnTo>
                  <a:cubicBezTo>
                    <a:pt x="8371" y="37393"/>
                    <a:pt x="0" y="29023"/>
                    <a:pt x="0" y="18697"/>
                  </a:cubicBezTo>
                  <a:lnTo>
                    <a:pt x="0" y="18697"/>
                  </a:lnTo>
                  <a:cubicBezTo>
                    <a:pt x="0" y="8371"/>
                    <a:pt x="8371" y="0"/>
                    <a:pt x="18697" y="0"/>
                  </a:cubicBezTo>
                  <a:close/>
                </a:path>
              </a:pathLst>
            </a:custGeom>
            <a:solidFill>
              <a:srgbClr val="002F7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395324" cy="94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086187" y="7552937"/>
            <a:ext cx="327488" cy="1501026"/>
            <a:chOff x="0" y="0"/>
            <a:chExt cx="86252" cy="3953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252" cy="395332"/>
            </a:xfrm>
            <a:custGeom>
              <a:avLst/>
              <a:gdLst/>
              <a:ahLst/>
              <a:cxnLst/>
              <a:rect r="r" b="b" t="t" l="l"/>
              <a:pathLst>
                <a:path h="395332" w="86252">
                  <a:moveTo>
                    <a:pt x="0" y="0"/>
                  </a:moveTo>
                  <a:lnTo>
                    <a:pt x="86252" y="0"/>
                  </a:lnTo>
                  <a:lnTo>
                    <a:pt x="86252" y="395332"/>
                  </a:lnTo>
                  <a:lnTo>
                    <a:pt x="0" y="3953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86252" cy="452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4566956" y="7737029"/>
            <a:ext cx="36327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Sat - Simulado Math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7853572" y="7775129"/>
            <a:ext cx="36433" cy="142875"/>
          </a:xfrm>
          <a:custGeom>
            <a:avLst/>
            <a:gdLst/>
            <a:ahLst/>
            <a:cxnLst/>
            <a:rect r="r" b="b" t="t" l="l"/>
            <a:pathLst>
              <a:path h="142875" w="36433">
                <a:moveTo>
                  <a:pt x="0" y="0"/>
                </a:moveTo>
                <a:lnTo>
                  <a:pt x="36434" y="0"/>
                </a:lnTo>
                <a:lnTo>
                  <a:pt x="36434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-5400000">
            <a:off x="5282993" y="1262982"/>
            <a:ext cx="1501026" cy="4041390"/>
            <a:chOff x="0" y="0"/>
            <a:chExt cx="395324" cy="106437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5324" cy="1064377"/>
            </a:xfrm>
            <a:custGeom>
              <a:avLst/>
              <a:gdLst/>
              <a:ahLst/>
              <a:cxnLst/>
              <a:rect r="r" b="b" t="t" l="l"/>
              <a:pathLst>
                <a:path h="1064377" w="395324">
                  <a:moveTo>
                    <a:pt x="41262" y="0"/>
                  </a:moveTo>
                  <a:lnTo>
                    <a:pt x="354062" y="0"/>
                  </a:lnTo>
                  <a:cubicBezTo>
                    <a:pt x="376850" y="0"/>
                    <a:pt x="395324" y="18474"/>
                    <a:pt x="395324" y="41262"/>
                  </a:cubicBezTo>
                  <a:lnTo>
                    <a:pt x="395324" y="1023115"/>
                  </a:lnTo>
                  <a:cubicBezTo>
                    <a:pt x="395324" y="1045904"/>
                    <a:pt x="376850" y="1064377"/>
                    <a:pt x="354062" y="1064377"/>
                  </a:cubicBezTo>
                  <a:lnTo>
                    <a:pt x="41262" y="1064377"/>
                  </a:lnTo>
                  <a:cubicBezTo>
                    <a:pt x="18474" y="1064377"/>
                    <a:pt x="0" y="1045904"/>
                    <a:pt x="0" y="1023115"/>
                  </a:cubicBezTo>
                  <a:lnTo>
                    <a:pt x="0" y="41262"/>
                  </a:lnTo>
                  <a:cubicBezTo>
                    <a:pt x="0" y="18474"/>
                    <a:pt x="18474" y="0"/>
                    <a:pt x="41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395324" cy="1121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-5400000">
            <a:off x="3334481" y="3212687"/>
            <a:ext cx="1501026" cy="141981"/>
            <a:chOff x="0" y="0"/>
            <a:chExt cx="395324" cy="3739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5324" cy="37393"/>
            </a:xfrm>
            <a:custGeom>
              <a:avLst/>
              <a:gdLst/>
              <a:ahLst/>
              <a:cxnLst/>
              <a:rect r="r" b="b" t="t" l="l"/>
              <a:pathLst>
                <a:path h="37393" w="395324">
                  <a:moveTo>
                    <a:pt x="18697" y="0"/>
                  </a:moveTo>
                  <a:lnTo>
                    <a:pt x="376627" y="0"/>
                  </a:lnTo>
                  <a:cubicBezTo>
                    <a:pt x="386953" y="0"/>
                    <a:pt x="395324" y="8371"/>
                    <a:pt x="395324" y="18697"/>
                  </a:cubicBezTo>
                  <a:lnTo>
                    <a:pt x="395324" y="18697"/>
                  </a:lnTo>
                  <a:cubicBezTo>
                    <a:pt x="395324" y="29023"/>
                    <a:pt x="386953" y="37393"/>
                    <a:pt x="376627" y="37393"/>
                  </a:cubicBezTo>
                  <a:lnTo>
                    <a:pt x="18697" y="37393"/>
                  </a:lnTo>
                  <a:cubicBezTo>
                    <a:pt x="8371" y="37393"/>
                    <a:pt x="0" y="29023"/>
                    <a:pt x="0" y="18697"/>
                  </a:cubicBezTo>
                  <a:lnTo>
                    <a:pt x="0" y="18697"/>
                  </a:lnTo>
                  <a:cubicBezTo>
                    <a:pt x="0" y="8371"/>
                    <a:pt x="8371" y="0"/>
                    <a:pt x="18697" y="0"/>
                  </a:cubicBezTo>
                  <a:close/>
                </a:path>
              </a:pathLst>
            </a:custGeom>
            <a:solidFill>
              <a:srgbClr val="FFC017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395324" cy="94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084994" y="2533164"/>
            <a:ext cx="327488" cy="1501026"/>
            <a:chOff x="0" y="0"/>
            <a:chExt cx="86252" cy="39533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6252" cy="395332"/>
            </a:xfrm>
            <a:custGeom>
              <a:avLst/>
              <a:gdLst/>
              <a:ahLst/>
              <a:cxnLst/>
              <a:rect r="r" b="b" t="t" l="l"/>
              <a:pathLst>
                <a:path h="395332" w="86252">
                  <a:moveTo>
                    <a:pt x="0" y="0"/>
                  </a:moveTo>
                  <a:lnTo>
                    <a:pt x="86252" y="0"/>
                  </a:lnTo>
                  <a:lnTo>
                    <a:pt x="86252" y="395332"/>
                  </a:lnTo>
                  <a:lnTo>
                    <a:pt x="0" y="3953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86252" cy="452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4566956" y="2717256"/>
            <a:ext cx="3632736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Química - Exercícios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7852380" y="2755356"/>
            <a:ext cx="36433" cy="142875"/>
          </a:xfrm>
          <a:custGeom>
            <a:avLst/>
            <a:gdLst/>
            <a:ahLst/>
            <a:cxnLst/>
            <a:rect r="r" b="b" t="t" l="l"/>
            <a:pathLst>
              <a:path h="142875" w="36433">
                <a:moveTo>
                  <a:pt x="0" y="0"/>
                </a:moveTo>
                <a:lnTo>
                  <a:pt x="36433" y="0"/>
                </a:lnTo>
                <a:lnTo>
                  <a:pt x="36433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-5400000">
            <a:off x="7452737" y="2691731"/>
            <a:ext cx="6472340" cy="4485032"/>
            <a:chOff x="0" y="0"/>
            <a:chExt cx="1704615" cy="11812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04615" cy="1181219"/>
            </a:xfrm>
            <a:custGeom>
              <a:avLst/>
              <a:gdLst/>
              <a:ahLst/>
              <a:cxnLst/>
              <a:rect r="r" b="b" t="t" l="l"/>
              <a:pathLst>
                <a:path h="1181219" w="1704615">
                  <a:moveTo>
                    <a:pt x="17942" y="0"/>
                  </a:moveTo>
                  <a:lnTo>
                    <a:pt x="1686672" y="0"/>
                  </a:lnTo>
                  <a:cubicBezTo>
                    <a:pt x="1696582" y="0"/>
                    <a:pt x="1704615" y="8033"/>
                    <a:pt x="1704615" y="17942"/>
                  </a:cubicBezTo>
                  <a:lnTo>
                    <a:pt x="1704615" y="1163277"/>
                  </a:lnTo>
                  <a:cubicBezTo>
                    <a:pt x="1704615" y="1168035"/>
                    <a:pt x="1702724" y="1172599"/>
                    <a:pt x="1699360" y="1175964"/>
                  </a:cubicBezTo>
                  <a:cubicBezTo>
                    <a:pt x="1695995" y="1179329"/>
                    <a:pt x="1691431" y="1181219"/>
                    <a:pt x="1686672" y="1181219"/>
                  </a:cubicBezTo>
                  <a:lnTo>
                    <a:pt x="17942" y="1181219"/>
                  </a:lnTo>
                  <a:cubicBezTo>
                    <a:pt x="13184" y="1181219"/>
                    <a:pt x="8620" y="1179329"/>
                    <a:pt x="5255" y="1175964"/>
                  </a:cubicBezTo>
                  <a:cubicBezTo>
                    <a:pt x="1890" y="1172599"/>
                    <a:pt x="0" y="1168035"/>
                    <a:pt x="0" y="1163277"/>
                  </a:cubicBezTo>
                  <a:lnTo>
                    <a:pt x="0" y="17942"/>
                  </a:lnTo>
                  <a:cubicBezTo>
                    <a:pt x="0" y="13184"/>
                    <a:pt x="1890" y="8620"/>
                    <a:pt x="5255" y="5255"/>
                  </a:cubicBezTo>
                  <a:cubicBezTo>
                    <a:pt x="8620" y="1890"/>
                    <a:pt x="13184" y="0"/>
                    <a:pt x="17942" y="0"/>
                  </a:cubicBezTo>
                  <a:close/>
                </a:path>
              </a:pathLst>
            </a:custGeom>
            <a:solidFill>
              <a:srgbClr val="F5F6FA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1704615" cy="123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-5400000">
            <a:off x="9953763" y="2921082"/>
            <a:ext cx="1501026" cy="4041390"/>
            <a:chOff x="0" y="0"/>
            <a:chExt cx="395324" cy="10643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5324" cy="1064377"/>
            </a:xfrm>
            <a:custGeom>
              <a:avLst/>
              <a:gdLst/>
              <a:ahLst/>
              <a:cxnLst/>
              <a:rect r="r" b="b" t="t" l="l"/>
              <a:pathLst>
                <a:path h="1064377" w="395324">
                  <a:moveTo>
                    <a:pt x="41262" y="0"/>
                  </a:moveTo>
                  <a:lnTo>
                    <a:pt x="354062" y="0"/>
                  </a:lnTo>
                  <a:cubicBezTo>
                    <a:pt x="376850" y="0"/>
                    <a:pt x="395324" y="18474"/>
                    <a:pt x="395324" y="41262"/>
                  </a:cubicBezTo>
                  <a:lnTo>
                    <a:pt x="395324" y="1023115"/>
                  </a:lnTo>
                  <a:cubicBezTo>
                    <a:pt x="395324" y="1045904"/>
                    <a:pt x="376850" y="1064377"/>
                    <a:pt x="354062" y="1064377"/>
                  </a:cubicBezTo>
                  <a:lnTo>
                    <a:pt x="41262" y="1064377"/>
                  </a:lnTo>
                  <a:cubicBezTo>
                    <a:pt x="18474" y="1064377"/>
                    <a:pt x="0" y="1045904"/>
                    <a:pt x="0" y="1023115"/>
                  </a:cubicBezTo>
                  <a:lnTo>
                    <a:pt x="0" y="41262"/>
                  </a:lnTo>
                  <a:cubicBezTo>
                    <a:pt x="0" y="18474"/>
                    <a:pt x="18474" y="0"/>
                    <a:pt x="41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395324" cy="1121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-5400000">
            <a:off x="8005251" y="4870786"/>
            <a:ext cx="1501026" cy="141981"/>
            <a:chOff x="0" y="0"/>
            <a:chExt cx="395324" cy="3739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5324" cy="37393"/>
            </a:xfrm>
            <a:custGeom>
              <a:avLst/>
              <a:gdLst/>
              <a:ahLst/>
              <a:cxnLst/>
              <a:rect r="r" b="b" t="t" l="l"/>
              <a:pathLst>
                <a:path h="37393" w="395324">
                  <a:moveTo>
                    <a:pt x="18697" y="0"/>
                  </a:moveTo>
                  <a:lnTo>
                    <a:pt x="376627" y="0"/>
                  </a:lnTo>
                  <a:cubicBezTo>
                    <a:pt x="386953" y="0"/>
                    <a:pt x="395324" y="8371"/>
                    <a:pt x="395324" y="18697"/>
                  </a:cubicBezTo>
                  <a:lnTo>
                    <a:pt x="395324" y="18697"/>
                  </a:lnTo>
                  <a:cubicBezTo>
                    <a:pt x="395324" y="29023"/>
                    <a:pt x="386953" y="37393"/>
                    <a:pt x="376627" y="37393"/>
                  </a:cubicBezTo>
                  <a:lnTo>
                    <a:pt x="18697" y="37393"/>
                  </a:lnTo>
                  <a:cubicBezTo>
                    <a:pt x="8371" y="37393"/>
                    <a:pt x="0" y="29023"/>
                    <a:pt x="0" y="18697"/>
                  </a:cubicBezTo>
                  <a:lnTo>
                    <a:pt x="0" y="18697"/>
                  </a:lnTo>
                  <a:cubicBezTo>
                    <a:pt x="0" y="8371"/>
                    <a:pt x="8371" y="0"/>
                    <a:pt x="18697" y="0"/>
                  </a:cubicBezTo>
                  <a:close/>
                </a:path>
              </a:pathLst>
            </a:custGeom>
            <a:solidFill>
              <a:srgbClr val="002F7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395324" cy="94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755764" y="4191264"/>
            <a:ext cx="327488" cy="1501026"/>
            <a:chOff x="0" y="0"/>
            <a:chExt cx="86252" cy="3953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6252" cy="395332"/>
            </a:xfrm>
            <a:custGeom>
              <a:avLst/>
              <a:gdLst/>
              <a:ahLst/>
              <a:cxnLst/>
              <a:rect r="r" b="b" t="t" l="l"/>
              <a:pathLst>
                <a:path h="395332" w="86252">
                  <a:moveTo>
                    <a:pt x="0" y="0"/>
                  </a:moveTo>
                  <a:lnTo>
                    <a:pt x="86252" y="0"/>
                  </a:lnTo>
                  <a:lnTo>
                    <a:pt x="86252" y="395332"/>
                  </a:lnTo>
                  <a:lnTo>
                    <a:pt x="0" y="3953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86252" cy="452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9239250" y="4375356"/>
            <a:ext cx="36327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Sat - Questões Oneprep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12523150" y="4413456"/>
            <a:ext cx="36433" cy="142875"/>
          </a:xfrm>
          <a:custGeom>
            <a:avLst/>
            <a:gdLst/>
            <a:ahLst/>
            <a:cxnLst/>
            <a:rect r="r" b="b" t="t" l="l"/>
            <a:pathLst>
              <a:path h="142875" w="36433">
                <a:moveTo>
                  <a:pt x="0" y="0"/>
                </a:moveTo>
                <a:lnTo>
                  <a:pt x="36433" y="0"/>
                </a:lnTo>
                <a:lnTo>
                  <a:pt x="36433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-5400000">
            <a:off x="9954955" y="4593558"/>
            <a:ext cx="1501026" cy="4041390"/>
            <a:chOff x="0" y="0"/>
            <a:chExt cx="395324" cy="106437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95324" cy="1064377"/>
            </a:xfrm>
            <a:custGeom>
              <a:avLst/>
              <a:gdLst/>
              <a:ahLst/>
              <a:cxnLst/>
              <a:rect r="r" b="b" t="t" l="l"/>
              <a:pathLst>
                <a:path h="1064377" w="395324">
                  <a:moveTo>
                    <a:pt x="41262" y="0"/>
                  </a:moveTo>
                  <a:lnTo>
                    <a:pt x="354062" y="0"/>
                  </a:lnTo>
                  <a:cubicBezTo>
                    <a:pt x="376850" y="0"/>
                    <a:pt x="395324" y="18474"/>
                    <a:pt x="395324" y="41262"/>
                  </a:cubicBezTo>
                  <a:lnTo>
                    <a:pt x="395324" y="1023115"/>
                  </a:lnTo>
                  <a:cubicBezTo>
                    <a:pt x="395324" y="1045904"/>
                    <a:pt x="376850" y="1064377"/>
                    <a:pt x="354062" y="1064377"/>
                  </a:cubicBezTo>
                  <a:lnTo>
                    <a:pt x="41262" y="1064377"/>
                  </a:lnTo>
                  <a:cubicBezTo>
                    <a:pt x="18474" y="1064377"/>
                    <a:pt x="0" y="1045904"/>
                    <a:pt x="0" y="1023115"/>
                  </a:cubicBezTo>
                  <a:lnTo>
                    <a:pt x="0" y="41262"/>
                  </a:lnTo>
                  <a:cubicBezTo>
                    <a:pt x="0" y="18474"/>
                    <a:pt x="18474" y="0"/>
                    <a:pt x="41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395324" cy="1121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-5400000">
            <a:off x="8006443" y="6543263"/>
            <a:ext cx="1501026" cy="141981"/>
            <a:chOff x="0" y="0"/>
            <a:chExt cx="395324" cy="3739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95324" cy="37393"/>
            </a:xfrm>
            <a:custGeom>
              <a:avLst/>
              <a:gdLst/>
              <a:ahLst/>
              <a:cxnLst/>
              <a:rect r="r" b="b" t="t" l="l"/>
              <a:pathLst>
                <a:path h="37393" w="395324">
                  <a:moveTo>
                    <a:pt x="18697" y="0"/>
                  </a:moveTo>
                  <a:lnTo>
                    <a:pt x="376627" y="0"/>
                  </a:lnTo>
                  <a:cubicBezTo>
                    <a:pt x="386953" y="0"/>
                    <a:pt x="395324" y="8371"/>
                    <a:pt x="395324" y="18697"/>
                  </a:cubicBezTo>
                  <a:lnTo>
                    <a:pt x="395324" y="18697"/>
                  </a:lnTo>
                  <a:cubicBezTo>
                    <a:pt x="395324" y="29023"/>
                    <a:pt x="386953" y="37393"/>
                    <a:pt x="376627" y="37393"/>
                  </a:cubicBezTo>
                  <a:lnTo>
                    <a:pt x="18697" y="37393"/>
                  </a:lnTo>
                  <a:cubicBezTo>
                    <a:pt x="8371" y="37393"/>
                    <a:pt x="0" y="29023"/>
                    <a:pt x="0" y="18697"/>
                  </a:cubicBezTo>
                  <a:lnTo>
                    <a:pt x="0" y="18697"/>
                  </a:lnTo>
                  <a:cubicBezTo>
                    <a:pt x="0" y="8371"/>
                    <a:pt x="8371" y="0"/>
                    <a:pt x="18697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395324" cy="94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756956" y="5863740"/>
            <a:ext cx="327488" cy="1501026"/>
            <a:chOff x="0" y="0"/>
            <a:chExt cx="86252" cy="39533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6252" cy="395332"/>
            </a:xfrm>
            <a:custGeom>
              <a:avLst/>
              <a:gdLst/>
              <a:ahLst/>
              <a:cxnLst/>
              <a:rect r="r" b="b" t="t" l="l"/>
              <a:pathLst>
                <a:path h="395332" w="86252">
                  <a:moveTo>
                    <a:pt x="0" y="0"/>
                  </a:moveTo>
                  <a:lnTo>
                    <a:pt x="86252" y="0"/>
                  </a:lnTo>
                  <a:lnTo>
                    <a:pt x="86252" y="395332"/>
                  </a:lnTo>
                  <a:lnTo>
                    <a:pt x="0" y="3953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86252" cy="452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9239250" y="6047832"/>
            <a:ext cx="36327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Artes - Desenho</a:t>
            </a:r>
          </a:p>
        </p:txBody>
      </p:sp>
      <p:sp>
        <p:nvSpPr>
          <p:cNvPr name="Freeform 81" id="81"/>
          <p:cNvSpPr/>
          <p:nvPr/>
        </p:nvSpPr>
        <p:spPr>
          <a:xfrm flipH="false" flipV="false" rot="0">
            <a:off x="12524342" y="6085932"/>
            <a:ext cx="36433" cy="142875"/>
          </a:xfrm>
          <a:custGeom>
            <a:avLst/>
            <a:gdLst/>
            <a:ahLst/>
            <a:cxnLst/>
            <a:rect r="r" b="b" t="t" l="l"/>
            <a:pathLst>
              <a:path h="142875" w="36433">
                <a:moveTo>
                  <a:pt x="0" y="0"/>
                </a:moveTo>
                <a:lnTo>
                  <a:pt x="36433" y="0"/>
                </a:lnTo>
                <a:lnTo>
                  <a:pt x="36433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-5400000">
            <a:off x="9953763" y="1246261"/>
            <a:ext cx="1501026" cy="4041390"/>
            <a:chOff x="0" y="0"/>
            <a:chExt cx="395324" cy="106437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324" cy="1064377"/>
            </a:xfrm>
            <a:custGeom>
              <a:avLst/>
              <a:gdLst/>
              <a:ahLst/>
              <a:cxnLst/>
              <a:rect r="r" b="b" t="t" l="l"/>
              <a:pathLst>
                <a:path h="1064377" w="395324">
                  <a:moveTo>
                    <a:pt x="41262" y="0"/>
                  </a:moveTo>
                  <a:lnTo>
                    <a:pt x="354062" y="0"/>
                  </a:lnTo>
                  <a:cubicBezTo>
                    <a:pt x="376850" y="0"/>
                    <a:pt x="395324" y="18474"/>
                    <a:pt x="395324" y="41262"/>
                  </a:cubicBezTo>
                  <a:lnTo>
                    <a:pt x="395324" y="1023115"/>
                  </a:lnTo>
                  <a:cubicBezTo>
                    <a:pt x="395324" y="1045904"/>
                    <a:pt x="376850" y="1064377"/>
                    <a:pt x="354062" y="1064377"/>
                  </a:cubicBezTo>
                  <a:lnTo>
                    <a:pt x="41262" y="1064377"/>
                  </a:lnTo>
                  <a:cubicBezTo>
                    <a:pt x="18474" y="1064377"/>
                    <a:pt x="0" y="1045904"/>
                    <a:pt x="0" y="1023115"/>
                  </a:cubicBezTo>
                  <a:lnTo>
                    <a:pt x="0" y="41262"/>
                  </a:lnTo>
                  <a:cubicBezTo>
                    <a:pt x="0" y="18474"/>
                    <a:pt x="18474" y="0"/>
                    <a:pt x="412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395324" cy="1121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-5400000">
            <a:off x="8005251" y="3195966"/>
            <a:ext cx="1501026" cy="141981"/>
            <a:chOff x="0" y="0"/>
            <a:chExt cx="395324" cy="3739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324" cy="37393"/>
            </a:xfrm>
            <a:custGeom>
              <a:avLst/>
              <a:gdLst/>
              <a:ahLst/>
              <a:cxnLst/>
              <a:rect r="r" b="b" t="t" l="l"/>
              <a:pathLst>
                <a:path h="37393" w="395324">
                  <a:moveTo>
                    <a:pt x="18697" y="0"/>
                  </a:moveTo>
                  <a:lnTo>
                    <a:pt x="376627" y="0"/>
                  </a:lnTo>
                  <a:cubicBezTo>
                    <a:pt x="386953" y="0"/>
                    <a:pt x="395324" y="8371"/>
                    <a:pt x="395324" y="18697"/>
                  </a:cubicBezTo>
                  <a:lnTo>
                    <a:pt x="395324" y="18697"/>
                  </a:lnTo>
                  <a:cubicBezTo>
                    <a:pt x="395324" y="29023"/>
                    <a:pt x="386953" y="37393"/>
                    <a:pt x="376627" y="37393"/>
                  </a:cubicBezTo>
                  <a:lnTo>
                    <a:pt x="18697" y="37393"/>
                  </a:lnTo>
                  <a:cubicBezTo>
                    <a:pt x="8371" y="37393"/>
                    <a:pt x="0" y="29023"/>
                    <a:pt x="0" y="18697"/>
                  </a:cubicBezTo>
                  <a:lnTo>
                    <a:pt x="0" y="18697"/>
                  </a:lnTo>
                  <a:cubicBezTo>
                    <a:pt x="0" y="8371"/>
                    <a:pt x="8371" y="0"/>
                    <a:pt x="18697" y="0"/>
                  </a:cubicBezTo>
                  <a:close/>
                </a:path>
              </a:pathLst>
            </a:custGeom>
            <a:solidFill>
              <a:srgbClr val="30A700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395324" cy="94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755764" y="2516443"/>
            <a:ext cx="327488" cy="1501026"/>
            <a:chOff x="0" y="0"/>
            <a:chExt cx="86252" cy="39533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6252" cy="395332"/>
            </a:xfrm>
            <a:custGeom>
              <a:avLst/>
              <a:gdLst/>
              <a:ahLst/>
              <a:cxnLst/>
              <a:rect r="r" b="b" t="t" l="l"/>
              <a:pathLst>
                <a:path h="395332" w="86252">
                  <a:moveTo>
                    <a:pt x="0" y="0"/>
                  </a:moveTo>
                  <a:lnTo>
                    <a:pt x="86252" y="0"/>
                  </a:lnTo>
                  <a:lnTo>
                    <a:pt x="86252" y="395332"/>
                  </a:lnTo>
                  <a:lnTo>
                    <a:pt x="0" y="3953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86252" cy="452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9233833" y="2700536"/>
            <a:ext cx="36327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Biologia - Trabalho</a:t>
            </a:r>
          </a:p>
        </p:txBody>
      </p:sp>
      <p:sp>
        <p:nvSpPr>
          <p:cNvPr name="Freeform 92" id="92"/>
          <p:cNvSpPr/>
          <p:nvPr/>
        </p:nvSpPr>
        <p:spPr>
          <a:xfrm flipH="false" flipV="false" rot="0">
            <a:off x="12523150" y="2738636"/>
            <a:ext cx="36433" cy="142875"/>
          </a:xfrm>
          <a:custGeom>
            <a:avLst/>
            <a:gdLst/>
            <a:ahLst/>
            <a:cxnLst/>
            <a:rect r="r" b="b" t="t" l="l"/>
            <a:pathLst>
              <a:path h="142875" w="36433">
                <a:moveTo>
                  <a:pt x="0" y="0"/>
                </a:moveTo>
                <a:lnTo>
                  <a:pt x="36433" y="0"/>
                </a:lnTo>
                <a:lnTo>
                  <a:pt x="36433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-5400000">
            <a:off x="12109185" y="2677410"/>
            <a:ext cx="6500982" cy="4485032"/>
            <a:chOff x="0" y="0"/>
            <a:chExt cx="1712158" cy="118121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712158" cy="1181219"/>
            </a:xfrm>
            <a:custGeom>
              <a:avLst/>
              <a:gdLst/>
              <a:ahLst/>
              <a:cxnLst/>
              <a:rect r="r" b="b" t="t" l="l"/>
              <a:pathLst>
                <a:path h="1181219" w="1712158">
                  <a:moveTo>
                    <a:pt x="17863" y="0"/>
                  </a:moveTo>
                  <a:lnTo>
                    <a:pt x="1694295" y="0"/>
                  </a:lnTo>
                  <a:cubicBezTo>
                    <a:pt x="1704161" y="0"/>
                    <a:pt x="1712158" y="7998"/>
                    <a:pt x="1712158" y="17863"/>
                  </a:cubicBezTo>
                  <a:lnTo>
                    <a:pt x="1712158" y="1163356"/>
                  </a:lnTo>
                  <a:cubicBezTo>
                    <a:pt x="1712158" y="1173222"/>
                    <a:pt x="1704161" y="1181219"/>
                    <a:pt x="1694295" y="1181219"/>
                  </a:cubicBezTo>
                  <a:lnTo>
                    <a:pt x="17863" y="1181219"/>
                  </a:lnTo>
                  <a:cubicBezTo>
                    <a:pt x="7998" y="1181219"/>
                    <a:pt x="0" y="1173222"/>
                    <a:pt x="0" y="1163356"/>
                  </a:cubicBezTo>
                  <a:lnTo>
                    <a:pt x="0" y="17863"/>
                  </a:lnTo>
                  <a:cubicBezTo>
                    <a:pt x="0" y="7998"/>
                    <a:pt x="7998" y="0"/>
                    <a:pt x="17863" y="0"/>
                  </a:cubicBezTo>
                  <a:close/>
                </a:path>
              </a:pathLst>
            </a:custGeom>
            <a:solidFill>
              <a:srgbClr val="F5F6FA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1712158" cy="123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4921655" y="1106219"/>
            <a:ext cx="93661" cy="93661"/>
            <a:chOff x="0" y="0"/>
            <a:chExt cx="55190" cy="5519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5190" cy="55190"/>
            </a:xfrm>
            <a:custGeom>
              <a:avLst/>
              <a:gdLst/>
              <a:ahLst/>
              <a:cxnLst/>
              <a:rect r="r" b="b" t="t" l="l"/>
              <a:pathLst>
                <a:path h="55190" w="55190">
                  <a:moveTo>
                    <a:pt x="27595" y="0"/>
                  </a:moveTo>
                  <a:lnTo>
                    <a:pt x="27595" y="0"/>
                  </a:lnTo>
                  <a:cubicBezTo>
                    <a:pt x="34914" y="0"/>
                    <a:pt x="41933" y="2907"/>
                    <a:pt x="47108" y="8082"/>
                  </a:cubicBezTo>
                  <a:cubicBezTo>
                    <a:pt x="52283" y="13257"/>
                    <a:pt x="55190" y="20276"/>
                    <a:pt x="55190" y="27595"/>
                  </a:cubicBezTo>
                  <a:lnTo>
                    <a:pt x="55190" y="27595"/>
                  </a:lnTo>
                  <a:cubicBezTo>
                    <a:pt x="55190" y="34914"/>
                    <a:pt x="52283" y="41933"/>
                    <a:pt x="47108" y="47108"/>
                  </a:cubicBezTo>
                  <a:cubicBezTo>
                    <a:pt x="41933" y="52283"/>
                    <a:pt x="34914" y="55190"/>
                    <a:pt x="27595" y="55190"/>
                  </a:cubicBezTo>
                  <a:lnTo>
                    <a:pt x="27595" y="55190"/>
                  </a:lnTo>
                  <a:cubicBezTo>
                    <a:pt x="20276" y="55190"/>
                    <a:pt x="13257" y="52283"/>
                    <a:pt x="8082" y="47108"/>
                  </a:cubicBezTo>
                  <a:cubicBezTo>
                    <a:pt x="2907" y="41933"/>
                    <a:pt x="0" y="34914"/>
                    <a:pt x="0" y="27595"/>
                  </a:cubicBezTo>
                  <a:lnTo>
                    <a:pt x="0" y="27595"/>
                  </a:lnTo>
                  <a:cubicBezTo>
                    <a:pt x="0" y="20276"/>
                    <a:pt x="2907" y="13257"/>
                    <a:pt x="8082" y="8082"/>
                  </a:cubicBezTo>
                  <a:cubicBezTo>
                    <a:pt x="13257" y="2907"/>
                    <a:pt x="20276" y="0"/>
                    <a:pt x="27595" y="0"/>
                  </a:cubicBezTo>
                  <a:close/>
                </a:path>
              </a:pathLst>
            </a:custGeom>
            <a:ln w="16192" cap="sq">
              <a:solidFill>
                <a:srgbClr val="003DA8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55190" cy="11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019348" y="1106219"/>
            <a:ext cx="93661" cy="93661"/>
            <a:chOff x="0" y="0"/>
            <a:chExt cx="55190" cy="5519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5190" cy="55190"/>
            </a:xfrm>
            <a:custGeom>
              <a:avLst/>
              <a:gdLst/>
              <a:ahLst/>
              <a:cxnLst/>
              <a:rect r="r" b="b" t="t" l="l"/>
              <a:pathLst>
                <a:path h="55190" w="55190">
                  <a:moveTo>
                    <a:pt x="27595" y="0"/>
                  </a:moveTo>
                  <a:lnTo>
                    <a:pt x="27595" y="0"/>
                  </a:lnTo>
                  <a:cubicBezTo>
                    <a:pt x="34914" y="0"/>
                    <a:pt x="41933" y="2907"/>
                    <a:pt x="47108" y="8082"/>
                  </a:cubicBezTo>
                  <a:cubicBezTo>
                    <a:pt x="52283" y="13257"/>
                    <a:pt x="55190" y="20276"/>
                    <a:pt x="55190" y="27595"/>
                  </a:cubicBezTo>
                  <a:lnTo>
                    <a:pt x="55190" y="27595"/>
                  </a:lnTo>
                  <a:cubicBezTo>
                    <a:pt x="55190" y="34914"/>
                    <a:pt x="52283" y="41933"/>
                    <a:pt x="47108" y="47108"/>
                  </a:cubicBezTo>
                  <a:cubicBezTo>
                    <a:pt x="41933" y="52283"/>
                    <a:pt x="34914" y="55190"/>
                    <a:pt x="27595" y="55190"/>
                  </a:cubicBezTo>
                  <a:lnTo>
                    <a:pt x="27595" y="55190"/>
                  </a:lnTo>
                  <a:cubicBezTo>
                    <a:pt x="20276" y="55190"/>
                    <a:pt x="13257" y="52283"/>
                    <a:pt x="8082" y="47108"/>
                  </a:cubicBezTo>
                  <a:cubicBezTo>
                    <a:pt x="2907" y="41933"/>
                    <a:pt x="0" y="34914"/>
                    <a:pt x="0" y="27595"/>
                  </a:cubicBezTo>
                  <a:lnTo>
                    <a:pt x="0" y="27595"/>
                  </a:lnTo>
                  <a:cubicBezTo>
                    <a:pt x="0" y="20276"/>
                    <a:pt x="2907" y="13257"/>
                    <a:pt x="8082" y="8082"/>
                  </a:cubicBezTo>
                  <a:cubicBezTo>
                    <a:pt x="13257" y="2907"/>
                    <a:pt x="20276" y="0"/>
                    <a:pt x="27595" y="0"/>
                  </a:cubicBezTo>
                  <a:close/>
                </a:path>
              </a:pathLst>
            </a:custGeom>
            <a:ln w="16192" cap="sq">
              <a:solidFill>
                <a:srgbClr val="003DA8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57150"/>
              <a:ext cx="55190" cy="11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4921655" y="1204138"/>
            <a:ext cx="93661" cy="93661"/>
            <a:chOff x="0" y="0"/>
            <a:chExt cx="55190" cy="5519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5190" cy="55190"/>
            </a:xfrm>
            <a:custGeom>
              <a:avLst/>
              <a:gdLst/>
              <a:ahLst/>
              <a:cxnLst/>
              <a:rect r="r" b="b" t="t" l="l"/>
              <a:pathLst>
                <a:path h="55190" w="55190">
                  <a:moveTo>
                    <a:pt x="27595" y="0"/>
                  </a:moveTo>
                  <a:lnTo>
                    <a:pt x="27595" y="0"/>
                  </a:lnTo>
                  <a:cubicBezTo>
                    <a:pt x="34914" y="0"/>
                    <a:pt x="41933" y="2907"/>
                    <a:pt x="47108" y="8082"/>
                  </a:cubicBezTo>
                  <a:cubicBezTo>
                    <a:pt x="52283" y="13257"/>
                    <a:pt x="55190" y="20276"/>
                    <a:pt x="55190" y="27595"/>
                  </a:cubicBezTo>
                  <a:lnTo>
                    <a:pt x="55190" y="27595"/>
                  </a:lnTo>
                  <a:cubicBezTo>
                    <a:pt x="55190" y="34914"/>
                    <a:pt x="52283" y="41933"/>
                    <a:pt x="47108" y="47108"/>
                  </a:cubicBezTo>
                  <a:cubicBezTo>
                    <a:pt x="41933" y="52283"/>
                    <a:pt x="34914" y="55190"/>
                    <a:pt x="27595" y="55190"/>
                  </a:cubicBezTo>
                  <a:lnTo>
                    <a:pt x="27595" y="55190"/>
                  </a:lnTo>
                  <a:cubicBezTo>
                    <a:pt x="20276" y="55190"/>
                    <a:pt x="13257" y="52283"/>
                    <a:pt x="8082" y="47108"/>
                  </a:cubicBezTo>
                  <a:cubicBezTo>
                    <a:pt x="2907" y="41933"/>
                    <a:pt x="0" y="34914"/>
                    <a:pt x="0" y="27595"/>
                  </a:cubicBezTo>
                  <a:lnTo>
                    <a:pt x="0" y="27595"/>
                  </a:lnTo>
                  <a:cubicBezTo>
                    <a:pt x="0" y="20276"/>
                    <a:pt x="2907" y="13257"/>
                    <a:pt x="8082" y="8082"/>
                  </a:cubicBezTo>
                  <a:cubicBezTo>
                    <a:pt x="13257" y="2907"/>
                    <a:pt x="20276" y="0"/>
                    <a:pt x="27595" y="0"/>
                  </a:cubicBezTo>
                  <a:close/>
                </a:path>
              </a:pathLst>
            </a:custGeom>
            <a:ln w="16192" cap="sq">
              <a:solidFill>
                <a:srgbClr val="003DA8"/>
              </a:solidFill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55190" cy="11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19348" y="1204138"/>
            <a:ext cx="93661" cy="93661"/>
            <a:chOff x="0" y="0"/>
            <a:chExt cx="55190" cy="5519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5190" cy="55190"/>
            </a:xfrm>
            <a:custGeom>
              <a:avLst/>
              <a:gdLst/>
              <a:ahLst/>
              <a:cxnLst/>
              <a:rect r="r" b="b" t="t" l="l"/>
              <a:pathLst>
                <a:path h="55190" w="55190">
                  <a:moveTo>
                    <a:pt x="27595" y="0"/>
                  </a:moveTo>
                  <a:lnTo>
                    <a:pt x="27595" y="0"/>
                  </a:lnTo>
                  <a:cubicBezTo>
                    <a:pt x="34914" y="0"/>
                    <a:pt x="41933" y="2907"/>
                    <a:pt x="47108" y="8082"/>
                  </a:cubicBezTo>
                  <a:cubicBezTo>
                    <a:pt x="52283" y="13257"/>
                    <a:pt x="55190" y="20276"/>
                    <a:pt x="55190" y="27595"/>
                  </a:cubicBezTo>
                  <a:lnTo>
                    <a:pt x="55190" y="27595"/>
                  </a:lnTo>
                  <a:cubicBezTo>
                    <a:pt x="55190" y="34914"/>
                    <a:pt x="52283" y="41933"/>
                    <a:pt x="47108" y="47108"/>
                  </a:cubicBezTo>
                  <a:cubicBezTo>
                    <a:pt x="41933" y="52283"/>
                    <a:pt x="34914" y="55190"/>
                    <a:pt x="27595" y="55190"/>
                  </a:cubicBezTo>
                  <a:lnTo>
                    <a:pt x="27595" y="55190"/>
                  </a:lnTo>
                  <a:cubicBezTo>
                    <a:pt x="20276" y="55190"/>
                    <a:pt x="13257" y="52283"/>
                    <a:pt x="8082" y="47108"/>
                  </a:cubicBezTo>
                  <a:cubicBezTo>
                    <a:pt x="2907" y="41933"/>
                    <a:pt x="0" y="34914"/>
                    <a:pt x="0" y="27595"/>
                  </a:cubicBezTo>
                  <a:lnTo>
                    <a:pt x="0" y="27595"/>
                  </a:lnTo>
                  <a:cubicBezTo>
                    <a:pt x="0" y="20276"/>
                    <a:pt x="2907" y="13257"/>
                    <a:pt x="8082" y="8082"/>
                  </a:cubicBezTo>
                  <a:cubicBezTo>
                    <a:pt x="13257" y="2907"/>
                    <a:pt x="20276" y="0"/>
                    <a:pt x="27595" y="0"/>
                  </a:cubicBezTo>
                  <a:close/>
                </a:path>
              </a:pathLst>
            </a:custGeom>
            <a:ln w="16192" cap="sq">
              <a:solidFill>
                <a:srgbClr val="003DA8"/>
              </a:solidFill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57150"/>
              <a:ext cx="55190" cy="112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3775621" y="1067706"/>
            <a:ext cx="763691" cy="268605"/>
            <a:chOff x="0" y="0"/>
            <a:chExt cx="1018254" cy="358140"/>
          </a:xfrm>
        </p:grpSpPr>
        <p:sp>
          <p:nvSpPr>
            <p:cNvPr name="TextBox 109" id="109"/>
            <p:cNvSpPr txBox="true"/>
            <p:nvPr/>
          </p:nvSpPr>
          <p:spPr>
            <a:xfrm rot="0">
              <a:off x="352298" y="-38100"/>
              <a:ext cx="66595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Lista</a:t>
              </a:r>
            </a:p>
          </p:txBody>
        </p:sp>
        <p:sp>
          <p:nvSpPr>
            <p:cNvPr name="AutoShape 110" id="110"/>
            <p:cNvSpPr/>
            <p:nvPr/>
          </p:nvSpPr>
          <p:spPr>
            <a:xfrm>
              <a:off x="0" y="99845"/>
              <a:ext cx="268111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1" id="111"/>
            <p:cNvSpPr/>
            <p:nvPr/>
          </p:nvSpPr>
          <p:spPr>
            <a:xfrm>
              <a:off x="0" y="179070"/>
              <a:ext cx="268111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2" id="112"/>
            <p:cNvSpPr/>
            <p:nvPr/>
          </p:nvSpPr>
          <p:spPr>
            <a:xfrm>
              <a:off x="0" y="258295"/>
              <a:ext cx="268111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3" id="113"/>
            <p:cNvSpPr/>
            <p:nvPr/>
          </p:nvSpPr>
          <p:spPr>
            <a:xfrm flipV="true">
              <a:off x="45156" y="45014"/>
              <a:ext cx="0" cy="268111"/>
            </a:xfrm>
            <a:prstGeom prst="line">
              <a:avLst/>
            </a:prstGeom>
            <a:ln cap="rnd" w="25400">
              <a:solidFill>
                <a:srgbClr val="F5F6F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4252631" y="2780108"/>
            <a:ext cx="219075" cy="219075"/>
            <a:chOff x="0" y="0"/>
            <a:chExt cx="57699" cy="5769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7699" cy="57699"/>
            </a:xfrm>
            <a:custGeom>
              <a:avLst/>
              <a:gdLst/>
              <a:ahLst/>
              <a:cxnLst/>
              <a:rect r="r" b="b" t="t" l="l"/>
              <a:pathLst>
                <a:path h="57699" w="57699">
                  <a:moveTo>
                    <a:pt x="28849" y="0"/>
                  </a:moveTo>
                  <a:lnTo>
                    <a:pt x="28849" y="0"/>
                  </a:lnTo>
                  <a:cubicBezTo>
                    <a:pt x="36501" y="0"/>
                    <a:pt x="43839" y="3039"/>
                    <a:pt x="49249" y="8450"/>
                  </a:cubicBezTo>
                  <a:cubicBezTo>
                    <a:pt x="54659" y="13860"/>
                    <a:pt x="57699" y="21198"/>
                    <a:pt x="57699" y="28849"/>
                  </a:cubicBezTo>
                  <a:lnTo>
                    <a:pt x="57699" y="28849"/>
                  </a:lnTo>
                  <a:cubicBezTo>
                    <a:pt x="57699" y="36501"/>
                    <a:pt x="54659" y="43839"/>
                    <a:pt x="49249" y="49249"/>
                  </a:cubicBezTo>
                  <a:cubicBezTo>
                    <a:pt x="43839" y="54659"/>
                    <a:pt x="36501" y="57699"/>
                    <a:pt x="28849" y="57699"/>
                  </a:cubicBezTo>
                  <a:lnTo>
                    <a:pt x="28849" y="57699"/>
                  </a:lnTo>
                  <a:cubicBezTo>
                    <a:pt x="21198" y="57699"/>
                    <a:pt x="13860" y="54659"/>
                    <a:pt x="8450" y="49249"/>
                  </a:cubicBezTo>
                  <a:cubicBezTo>
                    <a:pt x="3039" y="43839"/>
                    <a:pt x="0" y="36501"/>
                    <a:pt x="0" y="28849"/>
                  </a:cubicBezTo>
                  <a:lnTo>
                    <a:pt x="0" y="28849"/>
                  </a:lnTo>
                  <a:cubicBezTo>
                    <a:pt x="0" y="21198"/>
                    <a:pt x="3039" y="13860"/>
                    <a:pt x="8450" y="8450"/>
                  </a:cubicBezTo>
                  <a:cubicBezTo>
                    <a:pt x="13860" y="3039"/>
                    <a:pt x="21198" y="0"/>
                    <a:pt x="28849" y="0"/>
                  </a:cubicBezTo>
                  <a:close/>
                </a:path>
              </a:pathLst>
            </a:custGeom>
            <a:ln w="16192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0" y="-57150"/>
              <a:ext cx="57699" cy="11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354351" y="2499331"/>
            <a:ext cx="4187064" cy="753203"/>
            <a:chOff x="0" y="0"/>
            <a:chExt cx="5582752" cy="1004270"/>
          </a:xfrm>
        </p:grpSpPr>
        <p:grpSp>
          <p:nvGrpSpPr>
            <p:cNvPr name="Group 118" id="118"/>
            <p:cNvGrpSpPr/>
            <p:nvPr/>
          </p:nvGrpSpPr>
          <p:grpSpPr>
            <a:xfrm rot="-5400000">
              <a:off x="2192125" y="-2192125"/>
              <a:ext cx="1004270" cy="5388520"/>
              <a:chOff x="0" y="0"/>
              <a:chExt cx="198370" cy="1064377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198370" cy="1064377"/>
              </a:xfrm>
              <a:custGeom>
                <a:avLst/>
                <a:gdLst/>
                <a:ahLst/>
                <a:cxnLst/>
                <a:rect r="r" b="b" t="t" l="l"/>
                <a:pathLst>
                  <a:path h="1064377" w="198370">
                    <a:moveTo>
                      <a:pt x="82229" y="0"/>
                    </a:moveTo>
                    <a:lnTo>
                      <a:pt x="116141" y="0"/>
                    </a:lnTo>
                    <a:cubicBezTo>
                      <a:pt x="161555" y="0"/>
                      <a:pt x="198370" y="36815"/>
                      <a:pt x="198370" y="82229"/>
                    </a:cubicBezTo>
                    <a:lnTo>
                      <a:pt x="198370" y="982148"/>
                    </a:lnTo>
                    <a:cubicBezTo>
                      <a:pt x="198370" y="1003957"/>
                      <a:pt x="189707" y="1024872"/>
                      <a:pt x="174286" y="1040293"/>
                    </a:cubicBezTo>
                    <a:cubicBezTo>
                      <a:pt x="158865" y="1055714"/>
                      <a:pt x="137950" y="1064377"/>
                      <a:pt x="116141" y="1064377"/>
                    </a:cubicBezTo>
                    <a:lnTo>
                      <a:pt x="82229" y="1064377"/>
                    </a:lnTo>
                    <a:cubicBezTo>
                      <a:pt x="60421" y="1064377"/>
                      <a:pt x="39505" y="1055714"/>
                      <a:pt x="24084" y="1040293"/>
                    </a:cubicBezTo>
                    <a:cubicBezTo>
                      <a:pt x="8663" y="1024872"/>
                      <a:pt x="0" y="1003957"/>
                      <a:pt x="0" y="982148"/>
                    </a:cubicBezTo>
                    <a:lnTo>
                      <a:pt x="0" y="82229"/>
                    </a:lnTo>
                    <a:cubicBezTo>
                      <a:pt x="0" y="60421"/>
                      <a:pt x="8663" y="39505"/>
                      <a:pt x="24084" y="24084"/>
                    </a:cubicBezTo>
                    <a:cubicBezTo>
                      <a:pt x="39505" y="8663"/>
                      <a:pt x="60421" y="0"/>
                      <a:pt x="8222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0" y="-57150"/>
                <a:ext cx="198370" cy="11215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-5400000">
              <a:off x="-405891" y="407481"/>
              <a:ext cx="1004270" cy="189308"/>
              <a:chOff x="0" y="0"/>
              <a:chExt cx="198370" cy="37393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198370" cy="37393"/>
              </a:xfrm>
              <a:custGeom>
                <a:avLst/>
                <a:gdLst/>
                <a:ahLst/>
                <a:cxnLst/>
                <a:rect r="r" b="b" t="t" l="l"/>
                <a:pathLst>
                  <a:path h="37393" w="198370">
                    <a:moveTo>
                      <a:pt x="18697" y="0"/>
                    </a:moveTo>
                    <a:lnTo>
                      <a:pt x="179674" y="0"/>
                    </a:lnTo>
                    <a:cubicBezTo>
                      <a:pt x="190000" y="0"/>
                      <a:pt x="198370" y="8371"/>
                      <a:pt x="198370" y="18697"/>
                    </a:cubicBezTo>
                    <a:lnTo>
                      <a:pt x="198370" y="18697"/>
                    </a:lnTo>
                    <a:cubicBezTo>
                      <a:pt x="198370" y="29023"/>
                      <a:pt x="190000" y="37393"/>
                      <a:pt x="179674" y="37393"/>
                    </a:cubicBezTo>
                    <a:lnTo>
                      <a:pt x="18697" y="37393"/>
                    </a:lnTo>
                    <a:cubicBezTo>
                      <a:pt x="8371" y="37393"/>
                      <a:pt x="0" y="29023"/>
                      <a:pt x="0" y="18697"/>
                    </a:cubicBezTo>
                    <a:lnTo>
                      <a:pt x="0" y="18697"/>
                    </a:lnTo>
                    <a:cubicBezTo>
                      <a:pt x="0" y="8371"/>
                      <a:pt x="8371" y="0"/>
                      <a:pt x="18697" y="0"/>
                    </a:cubicBezTo>
                    <a:close/>
                  </a:path>
                </a:pathLst>
              </a:custGeom>
              <a:solidFill>
                <a:srgbClr val="FFC017"/>
              </a:solidFill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0" y="-57150"/>
                <a:ext cx="198370" cy="945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96244" y="0"/>
              <a:ext cx="436651" cy="1004270"/>
              <a:chOff x="0" y="0"/>
              <a:chExt cx="86252" cy="198374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86252" cy="198374"/>
              </a:xfrm>
              <a:custGeom>
                <a:avLst/>
                <a:gdLst/>
                <a:ahLst/>
                <a:cxnLst/>
                <a:rect r="r" b="b" t="t" l="l"/>
                <a:pathLst>
                  <a:path h="198374" w="86252">
                    <a:moveTo>
                      <a:pt x="0" y="0"/>
                    </a:moveTo>
                    <a:lnTo>
                      <a:pt x="86252" y="0"/>
                    </a:lnTo>
                    <a:lnTo>
                      <a:pt x="86252" y="198374"/>
                    </a:lnTo>
                    <a:lnTo>
                      <a:pt x="0" y="19837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0" y="-57150"/>
                <a:ext cx="86252" cy="2555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7" id="127"/>
            <p:cNvSpPr txBox="true"/>
            <p:nvPr/>
          </p:nvSpPr>
          <p:spPr>
            <a:xfrm rot="0">
              <a:off x="739104" y="280972"/>
              <a:ext cx="4843648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Português - Leitura</a:t>
              </a:r>
            </a:p>
          </p:txBody>
        </p:sp>
        <p:sp>
          <p:nvSpPr>
            <p:cNvPr name="Freeform 128" id="128"/>
            <p:cNvSpPr/>
            <p:nvPr/>
          </p:nvSpPr>
          <p:spPr>
            <a:xfrm flipH="false" flipV="false" rot="0">
              <a:off x="5119425" y="296256"/>
              <a:ext cx="48577" cy="190500"/>
            </a:xfrm>
            <a:custGeom>
              <a:avLst/>
              <a:gdLst/>
              <a:ahLst/>
              <a:cxnLst/>
              <a:rect r="r" b="b" t="t" l="l"/>
              <a:pathLst>
                <a:path h="190500" w="48577">
                  <a:moveTo>
                    <a:pt x="0" y="0"/>
                  </a:moveTo>
                  <a:lnTo>
                    <a:pt x="48577" y="0"/>
                  </a:lnTo>
                  <a:lnTo>
                    <a:pt x="48577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9" id="129"/>
            <p:cNvGrpSpPr/>
            <p:nvPr/>
          </p:nvGrpSpPr>
          <p:grpSpPr>
            <a:xfrm rot="0">
              <a:off x="335625" y="352092"/>
              <a:ext cx="292100" cy="292100"/>
              <a:chOff x="0" y="0"/>
              <a:chExt cx="57699" cy="57699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57699" cy="57699"/>
              </a:xfrm>
              <a:custGeom>
                <a:avLst/>
                <a:gdLst/>
                <a:ahLst/>
                <a:cxnLst/>
                <a:rect r="r" b="b" t="t" l="l"/>
                <a:pathLst>
                  <a:path h="57699" w="57699">
                    <a:moveTo>
                      <a:pt x="28849" y="0"/>
                    </a:moveTo>
                    <a:lnTo>
                      <a:pt x="28849" y="0"/>
                    </a:lnTo>
                    <a:cubicBezTo>
                      <a:pt x="36501" y="0"/>
                      <a:pt x="43839" y="3039"/>
                      <a:pt x="49249" y="8450"/>
                    </a:cubicBezTo>
                    <a:cubicBezTo>
                      <a:pt x="54659" y="13860"/>
                      <a:pt x="57699" y="21198"/>
                      <a:pt x="57699" y="28849"/>
                    </a:cubicBezTo>
                    <a:lnTo>
                      <a:pt x="57699" y="28849"/>
                    </a:lnTo>
                    <a:cubicBezTo>
                      <a:pt x="57699" y="36501"/>
                      <a:pt x="54659" y="43839"/>
                      <a:pt x="49249" y="49249"/>
                    </a:cubicBezTo>
                    <a:cubicBezTo>
                      <a:pt x="43839" y="54659"/>
                      <a:pt x="36501" y="57699"/>
                      <a:pt x="28849" y="57699"/>
                    </a:cubicBezTo>
                    <a:lnTo>
                      <a:pt x="28849" y="57699"/>
                    </a:lnTo>
                    <a:cubicBezTo>
                      <a:pt x="21198" y="57699"/>
                      <a:pt x="13860" y="54659"/>
                      <a:pt x="8450" y="49249"/>
                    </a:cubicBezTo>
                    <a:cubicBezTo>
                      <a:pt x="3039" y="43839"/>
                      <a:pt x="0" y="36501"/>
                      <a:pt x="0" y="28849"/>
                    </a:cubicBezTo>
                    <a:lnTo>
                      <a:pt x="0" y="28849"/>
                    </a:lnTo>
                    <a:cubicBezTo>
                      <a:pt x="0" y="21198"/>
                      <a:pt x="3039" y="13860"/>
                      <a:pt x="8450" y="8450"/>
                    </a:cubicBezTo>
                    <a:cubicBezTo>
                      <a:pt x="13860" y="3039"/>
                      <a:pt x="21198" y="0"/>
                      <a:pt x="28849" y="0"/>
                    </a:cubicBezTo>
                    <a:close/>
                  </a:path>
                </a:pathLst>
              </a:custGeom>
              <a:solidFill>
                <a:srgbClr val="003DA8"/>
              </a:solidFill>
              <a:ln w="16192" cap="sq">
                <a:solidFill>
                  <a:srgbClr val="003DA8"/>
                </a:solidFill>
                <a:prstDash val="solid"/>
                <a:miter/>
              </a:ln>
            </p:spPr>
          </p:sp>
          <p:sp>
            <p:nvSpPr>
              <p:cNvPr name="TextBox 131" id="131"/>
              <p:cNvSpPr txBox="true"/>
              <p:nvPr/>
            </p:nvSpPr>
            <p:spPr>
              <a:xfrm>
                <a:off x="0" y="-57150"/>
                <a:ext cx="57699" cy="1148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Freeform 132" id="132"/>
            <p:cNvSpPr/>
            <p:nvPr/>
          </p:nvSpPr>
          <p:spPr>
            <a:xfrm flipH="false" flipV="false" rot="0">
              <a:off x="376853" y="393321"/>
              <a:ext cx="209643" cy="209643"/>
            </a:xfrm>
            <a:custGeom>
              <a:avLst/>
              <a:gdLst/>
              <a:ahLst/>
              <a:cxnLst/>
              <a:rect r="r" b="b" t="t" l="l"/>
              <a:pathLst>
                <a:path h="209643" w="209643">
                  <a:moveTo>
                    <a:pt x="0" y="0"/>
                  </a:moveTo>
                  <a:lnTo>
                    <a:pt x="209643" y="0"/>
                  </a:lnTo>
                  <a:lnTo>
                    <a:pt x="209643" y="209643"/>
                  </a:lnTo>
                  <a:lnTo>
                    <a:pt x="0" y="209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4248738" y="4454942"/>
            <a:ext cx="219075" cy="219075"/>
            <a:chOff x="0" y="0"/>
            <a:chExt cx="57699" cy="57699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57699" cy="57699"/>
            </a:xfrm>
            <a:custGeom>
              <a:avLst/>
              <a:gdLst/>
              <a:ahLst/>
              <a:cxnLst/>
              <a:rect r="r" b="b" t="t" l="l"/>
              <a:pathLst>
                <a:path h="57699" w="57699">
                  <a:moveTo>
                    <a:pt x="28849" y="0"/>
                  </a:moveTo>
                  <a:lnTo>
                    <a:pt x="28849" y="0"/>
                  </a:lnTo>
                  <a:cubicBezTo>
                    <a:pt x="36501" y="0"/>
                    <a:pt x="43839" y="3039"/>
                    <a:pt x="49249" y="8450"/>
                  </a:cubicBezTo>
                  <a:cubicBezTo>
                    <a:pt x="54659" y="13860"/>
                    <a:pt x="57699" y="21198"/>
                    <a:pt x="57699" y="28849"/>
                  </a:cubicBezTo>
                  <a:lnTo>
                    <a:pt x="57699" y="28849"/>
                  </a:lnTo>
                  <a:cubicBezTo>
                    <a:pt x="57699" y="36501"/>
                    <a:pt x="54659" y="43839"/>
                    <a:pt x="49249" y="49249"/>
                  </a:cubicBezTo>
                  <a:cubicBezTo>
                    <a:pt x="43839" y="54659"/>
                    <a:pt x="36501" y="57699"/>
                    <a:pt x="28849" y="57699"/>
                  </a:cubicBezTo>
                  <a:lnTo>
                    <a:pt x="28849" y="57699"/>
                  </a:lnTo>
                  <a:cubicBezTo>
                    <a:pt x="21198" y="57699"/>
                    <a:pt x="13860" y="54659"/>
                    <a:pt x="8450" y="49249"/>
                  </a:cubicBezTo>
                  <a:cubicBezTo>
                    <a:pt x="3039" y="43839"/>
                    <a:pt x="0" y="36501"/>
                    <a:pt x="0" y="28849"/>
                  </a:cubicBezTo>
                  <a:lnTo>
                    <a:pt x="0" y="28849"/>
                  </a:lnTo>
                  <a:cubicBezTo>
                    <a:pt x="0" y="21198"/>
                    <a:pt x="3039" y="13860"/>
                    <a:pt x="8450" y="8450"/>
                  </a:cubicBezTo>
                  <a:cubicBezTo>
                    <a:pt x="13860" y="3039"/>
                    <a:pt x="21198" y="0"/>
                    <a:pt x="28849" y="0"/>
                  </a:cubicBezTo>
                  <a:close/>
                </a:path>
              </a:pathLst>
            </a:custGeom>
            <a:ln w="16192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35" id="135"/>
            <p:cNvSpPr txBox="true"/>
            <p:nvPr/>
          </p:nvSpPr>
          <p:spPr>
            <a:xfrm>
              <a:off x="0" y="-57150"/>
              <a:ext cx="57699" cy="11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4264530" y="6127418"/>
            <a:ext cx="219075" cy="219075"/>
            <a:chOff x="0" y="0"/>
            <a:chExt cx="57699" cy="57699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7699" cy="57699"/>
            </a:xfrm>
            <a:custGeom>
              <a:avLst/>
              <a:gdLst/>
              <a:ahLst/>
              <a:cxnLst/>
              <a:rect r="r" b="b" t="t" l="l"/>
              <a:pathLst>
                <a:path h="57699" w="57699">
                  <a:moveTo>
                    <a:pt x="28849" y="0"/>
                  </a:moveTo>
                  <a:lnTo>
                    <a:pt x="28849" y="0"/>
                  </a:lnTo>
                  <a:cubicBezTo>
                    <a:pt x="36501" y="0"/>
                    <a:pt x="43839" y="3039"/>
                    <a:pt x="49249" y="8450"/>
                  </a:cubicBezTo>
                  <a:cubicBezTo>
                    <a:pt x="54659" y="13860"/>
                    <a:pt x="57699" y="21198"/>
                    <a:pt x="57699" y="28849"/>
                  </a:cubicBezTo>
                  <a:lnTo>
                    <a:pt x="57699" y="28849"/>
                  </a:lnTo>
                  <a:cubicBezTo>
                    <a:pt x="57699" y="36501"/>
                    <a:pt x="54659" y="43839"/>
                    <a:pt x="49249" y="49249"/>
                  </a:cubicBezTo>
                  <a:cubicBezTo>
                    <a:pt x="43839" y="54659"/>
                    <a:pt x="36501" y="57699"/>
                    <a:pt x="28849" y="57699"/>
                  </a:cubicBezTo>
                  <a:lnTo>
                    <a:pt x="28849" y="57699"/>
                  </a:lnTo>
                  <a:cubicBezTo>
                    <a:pt x="21198" y="57699"/>
                    <a:pt x="13860" y="54659"/>
                    <a:pt x="8450" y="49249"/>
                  </a:cubicBezTo>
                  <a:cubicBezTo>
                    <a:pt x="3039" y="43839"/>
                    <a:pt x="0" y="36501"/>
                    <a:pt x="0" y="28849"/>
                  </a:cubicBezTo>
                  <a:lnTo>
                    <a:pt x="0" y="28849"/>
                  </a:lnTo>
                  <a:cubicBezTo>
                    <a:pt x="0" y="21198"/>
                    <a:pt x="3039" y="13860"/>
                    <a:pt x="8450" y="8450"/>
                  </a:cubicBezTo>
                  <a:cubicBezTo>
                    <a:pt x="13860" y="3039"/>
                    <a:pt x="21198" y="0"/>
                    <a:pt x="28849" y="0"/>
                  </a:cubicBezTo>
                  <a:close/>
                </a:path>
              </a:pathLst>
            </a:custGeom>
            <a:ln w="16192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38" id="138"/>
            <p:cNvSpPr txBox="true"/>
            <p:nvPr/>
          </p:nvSpPr>
          <p:spPr>
            <a:xfrm>
              <a:off x="0" y="-57150"/>
              <a:ext cx="57699" cy="11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4263337" y="7799894"/>
            <a:ext cx="219075" cy="219075"/>
            <a:chOff x="0" y="0"/>
            <a:chExt cx="57699" cy="57699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57699" cy="57699"/>
            </a:xfrm>
            <a:custGeom>
              <a:avLst/>
              <a:gdLst/>
              <a:ahLst/>
              <a:cxnLst/>
              <a:rect r="r" b="b" t="t" l="l"/>
              <a:pathLst>
                <a:path h="57699" w="57699">
                  <a:moveTo>
                    <a:pt x="28849" y="0"/>
                  </a:moveTo>
                  <a:lnTo>
                    <a:pt x="28849" y="0"/>
                  </a:lnTo>
                  <a:cubicBezTo>
                    <a:pt x="36501" y="0"/>
                    <a:pt x="43839" y="3039"/>
                    <a:pt x="49249" y="8450"/>
                  </a:cubicBezTo>
                  <a:cubicBezTo>
                    <a:pt x="54659" y="13860"/>
                    <a:pt x="57699" y="21198"/>
                    <a:pt x="57699" y="28849"/>
                  </a:cubicBezTo>
                  <a:lnTo>
                    <a:pt x="57699" y="28849"/>
                  </a:lnTo>
                  <a:cubicBezTo>
                    <a:pt x="57699" y="36501"/>
                    <a:pt x="54659" y="43839"/>
                    <a:pt x="49249" y="49249"/>
                  </a:cubicBezTo>
                  <a:cubicBezTo>
                    <a:pt x="43839" y="54659"/>
                    <a:pt x="36501" y="57699"/>
                    <a:pt x="28849" y="57699"/>
                  </a:cubicBezTo>
                  <a:lnTo>
                    <a:pt x="28849" y="57699"/>
                  </a:lnTo>
                  <a:cubicBezTo>
                    <a:pt x="21198" y="57699"/>
                    <a:pt x="13860" y="54659"/>
                    <a:pt x="8450" y="49249"/>
                  </a:cubicBezTo>
                  <a:cubicBezTo>
                    <a:pt x="3039" y="43839"/>
                    <a:pt x="0" y="36501"/>
                    <a:pt x="0" y="28849"/>
                  </a:cubicBezTo>
                  <a:lnTo>
                    <a:pt x="0" y="28849"/>
                  </a:lnTo>
                  <a:cubicBezTo>
                    <a:pt x="0" y="21198"/>
                    <a:pt x="3039" y="13860"/>
                    <a:pt x="8450" y="8450"/>
                  </a:cubicBezTo>
                  <a:cubicBezTo>
                    <a:pt x="13860" y="3039"/>
                    <a:pt x="21198" y="0"/>
                    <a:pt x="28849" y="0"/>
                  </a:cubicBezTo>
                  <a:close/>
                </a:path>
              </a:pathLst>
            </a:custGeom>
            <a:ln w="16192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41" id="141"/>
            <p:cNvSpPr txBox="true"/>
            <p:nvPr/>
          </p:nvSpPr>
          <p:spPr>
            <a:xfrm>
              <a:off x="0" y="-57150"/>
              <a:ext cx="57699" cy="11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3354351" y="4650204"/>
            <a:ext cx="4185872" cy="746034"/>
            <a:chOff x="0" y="0"/>
            <a:chExt cx="5581162" cy="994712"/>
          </a:xfrm>
        </p:grpSpPr>
        <p:grpSp>
          <p:nvGrpSpPr>
            <p:cNvPr name="Group 143" id="143"/>
            <p:cNvGrpSpPr/>
            <p:nvPr/>
          </p:nvGrpSpPr>
          <p:grpSpPr>
            <a:xfrm rot="-5400000">
              <a:off x="2196904" y="-2196904"/>
              <a:ext cx="994712" cy="5388520"/>
              <a:chOff x="0" y="0"/>
              <a:chExt cx="196482" cy="1064377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196482" cy="1064377"/>
              </a:xfrm>
              <a:custGeom>
                <a:avLst/>
                <a:gdLst/>
                <a:ahLst/>
                <a:cxnLst/>
                <a:rect r="r" b="b" t="t" l="l"/>
                <a:pathLst>
                  <a:path h="1064377" w="196482">
                    <a:moveTo>
                      <a:pt x="83019" y="0"/>
                    </a:moveTo>
                    <a:lnTo>
                      <a:pt x="113463" y="0"/>
                    </a:lnTo>
                    <a:cubicBezTo>
                      <a:pt x="159313" y="0"/>
                      <a:pt x="196482" y="37169"/>
                      <a:pt x="196482" y="83019"/>
                    </a:cubicBezTo>
                    <a:lnTo>
                      <a:pt x="196482" y="981358"/>
                    </a:lnTo>
                    <a:cubicBezTo>
                      <a:pt x="196482" y="1003376"/>
                      <a:pt x="187736" y="1024493"/>
                      <a:pt x="172167" y="1040062"/>
                    </a:cubicBezTo>
                    <a:cubicBezTo>
                      <a:pt x="156597" y="1055631"/>
                      <a:pt x="135481" y="1064377"/>
                      <a:pt x="113463" y="1064377"/>
                    </a:cubicBezTo>
                    <a:lnTo>
                      <a:pt x="83019" y="1064377"/>
                    </a:lnTo>
                    <a:cubicBezTo>
                      <a:pt x="37169" y="1064377"/>
                      <a:pt x="0" y="1027208"/>
                      <a:pt x="0" y="981358"/>
                    </a:cubicBezTo>
                    <a:lnTo>
                      <a:pt x="0" y="83019"/>
                    </a:lnTo>
                    <a:cubicBezTo>
                      <a:pt x="0" y="37169"/>
                      <a:pt x="37169" y="0"/>
                      <a:pt x="8301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5" id="145"/>
              <p:cNvSpPr txBox="true"/>
              <p:nvPr/>
            </p:nvSpPr>
            <p:spPr>
              <a:xfrm>
                <a:off x="0" y="-57150"/>
                <a:ext cx="196482" cy="11215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146" id="146"/>
            <p:cNvGrpSpPr/>
            <p:nvPr/>
          </p:nvGrpSpPr>
          <p:grpSpPr>
            <a:xfrm rot="-5400000">
              <a:off x="-401112" y="402702"/>
              <a:ext cx="994712" cy="189308"/>
              <a:chOff x="0" y="0"/>
              <a:chExt cx="196482" cy="37393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196482" cy="37393"/>
              </a:xfrm>
              <a:custGeom>
                <a:avLst/>
                <a:gdLst/>
                <a:ahLst/>
                <a:cxnLst/>
                <a:rect r="r" b="b" t="t" l="l"/>
                <a:pathLst>
                  <a:path h="37393" w="196482">
                    <a:moveTo>
                      <a:pt x="18697" y="0"/>
                    </a:moveTo>
                    <a:lnTo>
                      <a:pt x="177786" y="0"/>
                    </a:lnTo>
                    <a:cubicBezTo>
                      <a:pt x="188112" y="0"/>
                      <a:pt x="196482" y="8371"/>
                      <a:pt x="196482" y="18697"/>
                    </a:cubicBezTo>
                    <a:lnTo>
                      <a:pt x="196482" y="18697"/>
                    </a:lnTo>
                    <a:cubicBezTo>
                      <a:pt x="196482" y="29023"/>
                      <a:pt x="188112" y="37393"/>
                      <a:pt x="177786" y="37393"/>
                    </a:cubicBezTo>
                    <a:lnTo>
                      <a:pt x="18697" y="37393"/>
                    </a:lnTo>
                    <a:cubicBezTo>
                      <a:pt x="8371" y="37393"/>
                      <a:pt x="0" y="29023"/>
                      <a:pt x="0" y="18697"/>
                    </a:cubicBezTo>
                    <a:lnTo>
                      <a:pt x="0" y="18697"/>
                    </a:lnTo>
                    <a:cubicBezTo>
                      <a:pt x="0" y="8371"/>
                      <a:pt x="8371" y="0"/>
                      <a:pt x="18697" y="0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</p:sp>
          <p:sp>
            <p:nvSpPr>
              <p:cNvPr name="TextBox 148" id="148"/>
              <p:cNvSpPr txBox="true"/>
              <p:nvPr/>
            </p:nvSpPr>
            <p:spPr>
              <a:xfrm>
                <a:off x="0" y="-57150"/>
                <a:ext cx="196482" cy="945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149" id="149"/>
            <p:cNvGrpSpPr/>
            <p:nvPr/>
          </p:nvGrpSpPr>
          <p:grpSpPr>
            <a:xfrm rot="0">
              <a:off x="96244" y="0"/>
              <a:ext cx="436651" cy="994712"/>
              <a:chOff x="0" y="0"/>
              <a:chExt cx="86252" cy="196486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0" y="0"/>
                <a:ext cx="86252" cy="196486"/>
              </a:xfrm>
              <a:custGeom>
                <a:avLst/>
                <a:gdLst/>
                <a:ahLst/>
                <a:cxnLst/>
                <a:rect r="r" b="b" t="t" l="l"/>
                <a:pathLst>
                  <a:path h="196486" w="86252">
                    <a:moveTo>
                      <a:pt x="0" y="0"/>
                    </a:moveTo>
                    <a:lnTo>
                      <a:pt x="86252" y="0"/>
                    </a:lnTo>
                    <a:lnTo>
                      <a:pt x="86252" y="196486"/>
                    </a:lnTo>
                    <a:lnTo>
                      <a:pt x="0" y="19648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1" id="151"/>
              <p:cNvSpPr txBox="true"/>
              <p:nvPr/>
            </p:nvSpPr>
            <p:spPr>
              <a:xfrm>
                <a:off x="0" y="-57150"/>
                <a:ext cx="86252" cy="2536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52" id="152"/>
            <p:cNvSpPr txBox="true"/>
            <p:nvPr/>
          </p:nvSpPr>
          <p:spPr>
            <a:xfrm rot="0">
              <a:off x="737514" y="280972"/>
              <a:ext cx="4843648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Inglês - Trabalho</a:t>
              </a:r>
            </a:p>
          </p:txBody>
        </p:sp>
        <p:sp>
          <p:nvSpPr>
            <p:cNvPr name="Freeform 153" id="153"/>
            <p:cNvSpPr/>
            <p:nvPr/>
          </p:nvSpPr>
          <p:spPr>
            <a:xfrm flipH="false" flipV="false" rot="0">
              <a:off x="5119425" y="296256"/>
              <a:ext cx="48577" cy="190500"/>
            </a:xfrm>
            <a:custGeom>
              <a:avLst/>
              <a:gdLst/>
              <a:ahLst/>
              <a:cxnLst/>
              <a:rect r="r" b="b" t="t" l="l"/>
              <a:pathLst>
                <a:path h="190500" w="48577">
                  <a:moveTo>
                    <a:pt x="0" y="0"/>
                  </a:moveTo>
                  <a:lnTo>
                    <a:pt x="48577" y="0"/>
                  </a:lnTo>
                  <a:lnTo>
                    <a:pt x="48577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54" id="154"/>
            <p:cNvGrpSpPr/>
            <p:nvPr/>
          </p:nvGrpSpPr>
          <p:grpSpPr>
            <a:xfrm rot="0">
              <a:off x="318169" y="352092"/>
              <a:ext cx="292100" cy="292100"/>
              <a:chOff x="0" y="0"/>
              <a:chExt cx="57699" cy="57699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57699" cy="57699"/>
              </a:xfrm>
              <a:custGeom>
                <a:avLst/>
                <a:gdLst/>
                <a:ahLst/>
                <a:cxnLst/>
                <a:rect r="r" b="b" t="t" l="l"/>
                <a:pathLst>
                  <a:path h="57699" w="57699">
                    <a:moveTo>
                      <a:pt x="28849" y="0"/>
                    </a:moveTo>
                    <a:lnTo>
                      <a:pt x="28849" y="0"/>
                    </a:lnTo>
                    <a:cubicBezTo>
                      <a:pt x="36501" y="0"/>
                      <a:pt x="43839" y="3039"/>
                      <a:pt x="49249" y="8450"/>
                    </a:cubicBezTo>
                    <a:cubicBezTo>
                      <a:pt x="54659" y="13860"/>
                      <a:pt x="57699" y="21198"/>
                      <a:pt x="57699" y="28849"/>
                    </a:cubicBezTo>
                    <a:lnTo>
                      <a:pt x="57699" y="28849"/>
                    </a:lnTo>
                    <a:cubicBezTo>
                      <a:pt x="57699" y="36501"/>
                      <a:pt x="54659" y="43839"/>
                      <a:pt x="49249" y="49249"/>
                    </a:cubicBezTo>
                    <a:cubicBezTo>
                      <a:pt x="43839" y="54659"/>
                      <a:pt x="36501" y="57699"/>
                      <a:pt x="28849" y="57699"/>
                    </a:cubicBezTo>
                    <a:lnTo>
                      <a:pt x="28849" y="57699"/>
                    </a:lnTo>
                    <a:cubicBezTo>
                      <a:pt x="21198" y="57699"/>
                      <a:pt x="13860" y="54659"/>
                      <a:pt x="8450" y="49249"/>
                    </a:cubicBezTo>
                    <a:cubicBezTo>
                      <a:pt x="3039" y="43839"/>
                      <a:pt x="0" y="36501"/>
                      <a:pt x="0" y="28849"/>
                    </a:cubicBezTo>
                    <a:lnTo>
                      <a:pt x="0" y="28849"/>
                    </a:lnTo>
                    <a:cubicBezTo>
                      <a:pt x="0" y="21198"/>
                      <a:pt x="3039" y="13860"/>
                      <a:pt x="8450" y="8450"/>
                    </a:cubicBezTo>
                    <a:cubicBezTo>
                      <a:pt x="13860" y="3039"/>
                      <a:pt x="21198" y="0"/>
                      <a:pt x="28849" y="0"/>
                    </a:cubicBezTo>
                    <a:close/>
                  </a:path>
                </a:pathLst>
              </a:custGeom>
              <a:solidFill>
                <a:srgbClr val="003DA8"/>
              </a:solidFill>
              <a:ln w="16192" cap="sq">
                <a:solidFill>
                  <a:srgbClr val="003DA8"/>
                </a:solidFill>
                <a:prstDash val="solid"/>
                <a:miter/>
              </a:ln>
            </p:spPr>
          </p:sp>
          <p:sp>
            <p:nvSpPr>
              <p:cNvPr name="TextBox 156" id="156"/>
              <p:cNvSpPr txBox="true"/>
              <p:nvPr/>
            </p:nvSpPr>
            <p:spPr>
              <a:xfrm>
                <a:off x="0" y="-57150"/>
                <a:ext cx="57699" cy="1148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Freeform 157" id="157"/>
            <p:cNvSpPr/>
            <p:nvPr/>
          </p:nvSpPr>
          <p:spPr>
            <a:xfrm flipH="false" flipV="false" rot="0">
              <a:off x="359398" y="393321"/>
              <a:ext cx="209643" cy="209643"/>
            </a:xfrm>
            <a:custGeom>
              <a:avLst/>
              <a:gdLst/>
              <a:ahLst/>
              <a:cxnLst/>
              <a:rect r="r" b="b" t="t" l="l"/>
              <a:pathLst>
                <a:path h="209643" w="209643">
                  <a:moveTo>
                    <a:pt x="0" y="0"/>
                  </a:moveTo>
                  <a:lnTo>
                    <a:pt x="209643" y="0"/>
                  </a:lnTo>
                  <a:lnTo>
                    <a:pt x="209643" y="209643"/>
                  </a:lnTo>
                  <a:lnTo>
                    <a:pt x="0" y="209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8919508" y="2763401"/>
            <a:ext cx="219075" cy="219075"/>
            <a:chOff x="0" y="0"/>
            <a:chExt cx="57699" cy="5769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7699" cy="57699"/>
            </a:xfrm>
            <a:custGeom>
              <a:avLst/>
              <a:gdLst/>
              <a:ahLst/>
              <a:cxnLst/>
              <a:rect r="r" b="b" t="t" l="l"/>
              <a:pathLst>
                <a:path h="57699" w="57699">
                  <a:moveTo>
                    <a:pt x="28849" y="0"/>
                  </a:moveTo>
                  <a:lnTo>
                    <a:pt x="28849" y="0"/>
                  </a:lnTo>
                  <a:cubicBezTo>
                    <a:pt x="36501" y="0"/>
                    <a:pt x="43839" y="3039"/>
                    <a:pt x="49249" y="8450"/>
                  </a:cubicBezTo>
                  <a:cubicBezTo>
                    <a:pt x="54659" y="13860"/>
                    <a:pt x="57699" y="21198"/>
                    <a:pt x="57699" y="28849"/>
                  </a:cubicBezTo>
                  <a:lnTo>
                    <a:pt x="57699" y="28849"/>
                  </a:lnTo>
                  <a:cubicBezTo>
                    <a:pt x="57699" y="36501"/>
                    <a:pt x="54659" y="43839"/>
                    <a:pt x="49249" y="49249"/>
                  </a:cubicBezTo>
                  <a:cubicBezTo>
                    <a:pt x="43839" y="54659"/>
                    <a:pt x="36501" y="57699"/>
                    <a:pt x="28849" y="57699"/>
                  </a:cubicBezTo>
                  <a:lnTo>
                    <a:pt x="28849" y="57699"/>
                  </a:lnTo>
                  <a:cubicBezTo>
                    <a:pt x="21198" y="57699"/>
                    <a:pt x="13860" y="54659"/>
                    <a:pt x="8450" y="49249"/>
                  </a:cubicBezTo>
                  <a:cubicBezTo>
                    <a:pt x="3039" y="43839"/>
                    <a:pt x="0" y="36501"/>
                    <a:pt x="0" y="28849"/>
                  </a:cubicBezTo>
                  <a:lnTo>
                    <a:pt x="0" y="28849"/>
                  </a:lnTo>
                  <a:cubicBezTo>
                    <a:pt x="0" y="21198"/>
                    <a:pt x="3039" y="13860"/>
                    <a:pt x="8450" y="8450"/>
                  </a:cubicBezTo>
                  <a:cubicBezTo>
                    <a:pt x="13860" y="3039"/>
                    <a:pt x="21198" y="0"/>
                    <a:pt x="28849" y="0"/>
                  </a:cubicBezTo>
                  <a:close/>
                </a:path>
              </a:pathLst>
            </a:custGeom>
            <a:ln w="16192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60" id="160"/>
            <p:cNvSpPr txBox="true"/>
            <p:nvPr/>
          </p:nvSpPr>
          <p:spPr>
            <a:xfrm>
              <a:off x="0" y="-57150"/>
              <a:ext cx="57699" cy="11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8924925" y="4438221"/>
            <a:ext cx="219075" cy="219075"/>
            <a:chOff x="0" y="0"/>
            <a:chExt cx="57699" cy="5769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7699" cy="57699"/>
            </a:xfrm>
            <a:custGeom>
              <a:avLst/>
              <a:gdLst/>
              <a:ahLst/>
              <a:cxnLst/>
              <a:rect r="r" b="b" t="t" l="l"/>
              <a:pathLst>
                <a:path h="57699" w="57699">
                  <a:moveTo>
                    <a:pt x="28849" y="0"/>
                  </a:moveTo>
                  <a:lnTo>
                    <a:pt x="28849" y="0"/>
                  </a:lnTo>
                  <a:cubicBezTo>
                    <a:pt x="36501" y="0"/>
                    <a:pt x="43839" y="3039"/>
                    <a:pt x="49249" y="8450"/>
                  </a:cubicBezTo>
                  <a:cubicBezTo>
                    <a:pt x="54659" y="13860"/>
                    <a:pt x="57699" y="21198"/>
                    <a:pt x="57699" y="28849"/>
                  </a:cubicBezTo>
                  <a:lnTo>
                    <a:pt x="57699" y="28849"/>
                  </a:lnTo>
                  <a:cubicBezTo>
                    <a:pt x="57699" y="36501"/>
                    <a:pt x="54659" y="43839"/>
                    <a:pt x="49249" y="49249"/>
                  </a:cubicBezTo>
                  <a:cubicBezTo>
                    <a:pt x="43839" y="54659"/>
                    <a:pt x="36501" y="57699"/>
                    <a:pt x="28849" y="57699"/>
                  </a:cubicBezTo>
                  <a:lnTo>
                    <a:pt x="28849" y="57699"/>
                  </a:lnTo>
                  <a:cubicBezTo>
                    <a:pt x="21198" y="57699"/>
                    <a:pt x="13860" y="54659"/>
                    <a:pt x="8450" y="49249"/>
                  </a:cubicBezTo>
                  <a:cubicBezTo>
                    <a:pt x="3039" y="43839"/>
                    <a:pt x="0" y="36501"/>
                    <a:pt x="0" y="28849"/>
                  </a:cubicBezTo>
                  <a:lnTo>
                    <a:pt x="0" y="28849"/>
                  </a:lnTo>
                  <a:cubicBezTo>
                    <a:pt x="0" y="21198"/>
                    <a:pt x="3039" y="13860"/>
                    <a:pt x="8450" y="8450"/>
                  </a:cubicBezTo>
                  <a:cubicBezTo>
                    <a:pt x="13860" y="3039"/>
                    <a:pt x="21198" y="0"/>
                    <a:pt x="28849" y="0"/>
                  </a:cubicBezTo>
                  <a:close/>
                </a:path>
              </a:pathLst>
            </a:custGeom>
            <a:ln w="16192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63" id="163"/>
            <p:cNvSpPr txBox="true"/>
            <p:nvPr/>
          </p:nvSpPr>
          <p:spPr>
            <a:xfrm>
              <a:off x="0" y="-57150"/>
              <a:ext cx="57699" cy="11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8919508" y="6110697"/>
            <a:ext cx="219075" cy="219075"/>
            <a:chOff x="0" y="0"/>
            <a:chExt cx="57699" cy="57699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57699" cy="57699"/>
            </a:xfrm>
            <a:custGeom>
              <a:avLst/>
              <a:gdLst/>
              <a:ahLst/>
              <a:cxnLst/>
              <a:rect r="r" b="b" t="t" l="l"/>
              <a:pathLst>
                <a:path h="57699" w="57699">
                  <a:moveTo>
                    <a:pt x="28849" y="0"/>
                  </a:moveTo>
                  <a:lnTo>
                    <a:pt x="28849" y="0"/>
                  </a:lnTo>
                  <a:cubicBezTo>
                    <a:pt x="36501" y="0"/>
                    <a:pt x="43839" y="3039"/>
                    <a:pt x="49249" y="8450"/>
                  </a:cubicBezTo>
                  <a:cubicBezTo>
                    <a:pt x="54659" y="13860"/>
                    <a:pt x="57699" y="21198"/>
                    <a:pt x="57699" y="28849"/>
                  </a:cubicBezTo>
                  <a:lnTo>
                    <a:pt x="57699" y="28849"/>
                  </a:lnTo>
                  <a:cubicBezTo>
                    <a:pt x="57699" y="36501"/>
                    <a:pt x="54659" y="43839"/>
                    <a:pt x="49249" y="49249"/>
                  </a:cubicBezTo>
                  <a:cubicBezTo>
                    <a:pt x="43839" y="54659"/>
                    <a:pt x="36501" y="57699"/>
                    <a:pt x="28849" y="57699"/>
                  </a:cubicBezTo>
                  <a:lnTo>
                    <a:pt x="28849" y="57699"/>
                  </a:lnTo>
                  <a:cubicBezTo>
                    <a:pt x="21198" y="57699"/>
                    <a:pt x="13860" y="54659"/>
                    <a:pt x="8450" y="49249"/>
                  </a:cubicBezTo>
                  <a:cubicBezTo>
                    <a:pt x="3039" y="43839"/>
                    <a:pt x="0" y="36501"/>
                    <a:pt x="0" y="28849"/>
                  </a:cubicBezTo>
                  <a:lnTo>
                    <a:pt x="0" y="28849"/>
                  </a:lnTo>
                  <a:cubicBezTo>
                    <a:pt x="0" y="21198"/>
                    <a:pt x="3039" y="13860"/>
                    <a:pt x="8450" y="8450"/>
                  </a:cubicBezTo>
                  <a:cubicBezTo>
                    <a:pt x="13860" y="3039"/>
                    <a:pt x="21198" y="0"/>
                    <a:pt x="28849" y="0"/>
                  </a:cubicBezTo>
                  <a:close/>
                </a:path>
              </a:pathLst>
            </a:custGeom>
            <a:ln w="16192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66" id="166"/>
            <p:cNvSpPr txBox="true"/>
            <p:nvPr/>
          </p:nvSpPr>
          <p:spPr>
            <a:xfrm>
              <a:off x="0" y="-57150"/>
              <a:ext cx="57699" cy="114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5833656" y="874488"/>
            <a:ext cx="1738731" cy="528247"/>
            <a:chOff x="0" y="0"/>
            <a:chExt cx="2318308" cy="704329"/>
          </a:xfrm>
        </p:grpSpPr>
        <p:grpSp>
          <p:nvGrpSpPr>
            <p:cNvPr name="Group 168" id="168"/>
            <p:cNvGrpSpPr/>
            <p:nvPr/>
          </p:nvGrpSpPr>
          <p:grpSpPr>
            <a:xfrm rot="0">
              <a:off x="0" y="0"/>
              <a:ext cx="2318308" cy="704329"/>
              <a:chOff x="0" y="0"/>
              <a:chExt cx="457937" cy="139127"/>
            </a:xfrm>
          </p:grpSpPr>
          <p:sp>
            <p:nvSpPr>
              <p:cNvPr name="Freeform 169" id="169"/>
              <p:cNvSpPr/>
              <p:nvPr/>
            </p:nvSpPr>
            <p:spPr>
              <a:xfrm flipH="false" flipV="false" rot="0">
                <a:off x="0" y="0"/>
                <a:ext cx="457937" cy="139127"/>
              </a:xfrm>
              <a:custGeom>
                <a:avLst/>
                <a:gdLst/>
                <a:ahLst/>
                <a:cxnLst/>
                <a:rect r="r" b="b" t="t" l="l"/>
                <a:pathLst>
                  <a:path h="139127" w="457937">
                    <a:moveTo>
                      <a:pt x="44526" y="0"/>
                    </a:moveTo>
                    <a:lnTo>
                      <a:pt x="413411" y="0"/>
                    </a:lnTo>
                    <a:cubicBezTo>
                      <a:pt x="425220" y="0"/>
                      <a:pt x="436546" y="4691"/>
                      <a:pt x="444896" y="13041"/>
                    </a:cubicBezTo>
                    <a:cubicBezTo>
                      <a:pt x="453246" y="21392"/>
                      <a:pt x="457937" y="32717"/>
                      <a:pt x="457937" y="44526"/>
                    </a:cubicBezTo>
                    <a:lnTo>
                      <a:pt x="457937" y="94601"/>
                    </a:lnTo>
                    <a:cubicBezTo>
                      <a:pt x="457937" y="106410"/>
                      <a:pt x="453246" y="117735"/>
                      <a:pt x="444896" y="126085"/>
                    </a:cubicBezTo>
                    <a:cubicBezTo>
                      <a:pt x="436546" y="134436"/>
                      <a:pt x="425220" y="139127"/>
                      <a:pt x="413411" y="139127"/>
                    </a:cubicBezTo>
                    <a:lnTo>
                      <a:pt x="44526" y="139127"/>
                    </a:lnTo>
                    <a:cubicBezTo>
                      <a:pt x="32717" y="139127"/>
                      <a:pt x="21392" y="134436"/>
                      <a:pt x="13041" y="126085"/>
                    </a:cubicBezTo>
                    <a:cubicBezTo>
                      <a:pt x="4691" y="117735"/>
                      <a:pt x="0" y="106410"/>
                      <a:pt x="0" y="94601"/>
                    </a:cubicBezTo>
                    <a:lnTo>
                      <a:pt x="0" y="44526"/>
                    </a:lnTo>
                    <a:cubicBezTo>
                      <a:pt x="0" y="32717"/>
                      <a:pt x="4691" y="21392"/>
                      <a:pt x="13041" y="13041"/>
                    </a:cubicBezTo>
                    <a:cubicBezTo>
                      <a:pt x="21392" y="4691"/>
                      <a:pt x="32717" y="0"/>
                      <a:pt x="44526" y="0"/>
                    </a:cubicBezTo>
                    <a:close/>
                  </a:path>
                </a:pathLst>
              </a:custGeom>
              <a:ln w="19050" cap="sq">
                <a:solidFill>
                  <a:srgbClr val="003DA8"/>
                </a:solidFill>
                <a:prstDash val="solid"/>
                <a:miter/>
              </a:ln>
            </p:spPr>
          </p:sp>
          <p:sp>
            <p:nvSpPr>
              <p:cNvPr name="TextBox 170" id="170"/>
              <p:cNvSpPr txBox="true"/>
              <p:nvPr/>
            </p:nvSpPr>
            <p:spPr>
              <a:xfrm>
                <a:off x="0" y="-57150"/>
                <a:ext cx="457937" cy="1962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71" id="171"/>
            <p:cNvSpPr txBox="true"/>
            <p:nvPr/>
          </p:nvSpPr>
          <p:spPr>
            <a:xfrm rot="0">
              <a:off x="195336" y="142023"/>
              <a:ext cx="336843" cy="374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8"/>
                </a:lnSpc>
              </a:pPr>
              <a:r>
                <a:rPr lang="en-US" sz="1713">
                  <a:solidFill>
                    <a:srgbClr val="003DA8"/>
                  </a:solidFill>
                  <a:latin typeface="Inter"/>
                  <a:ea typeface="Inter"/>
                  <a:cs typeface="Inter"/>
                  <a:sym typeface="Inter"/>
                </a:rPr>
                <a:t>+</a:t>
              </a:r>
            </a:p>
          </p:txBody>
        </p:sp>
        <p:sp>
          <p:nvSpPr>
            <p:cNvPr name="TextBox 172" id="172"/>
            <p:cNvSpPr txBox="true"/>
            <p:nvPr/>
          </p:nvSpPr>
          <p:spPr>
            <a:xfrm rot="0">
              <a:off x="493117" y="159068"/>
              <a:ext cx="1629855" cy="374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8"/>
                </a:lnSpc>
              </a:pPr>
              <a:r>
                <a:rPr lang="en-US" sz="1713">
                  <a:solidFill>
                    <a:srgbClr val="003DA8"/>
                  </a:solidFill>
                  <a:latin typeface="Inter"/>
                  <a:ea typeface="Inter"/>
                  <a:cs typeface="Inter"/>
                  <a:sym typeface="Inter"/>
                </a:rPr>
                <a:t>Nova Tarefa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4528851" y="1018562"/>
            <a:ext cx="909449" cy="268605"/>
            <a:chOff x="0" y="0"/>
            <a:chExt cx="1212598" cy="358140"/>
          </a:xfrm>
        </p:grpSpPr>
        <p:sp>
          <p:nvSpPr>
            <p:cNvPr name="Freeform 174" id="174"/>
            <p:cNvSpPr/>
            <p:nvPr/>
          </p:nvSpPr>
          <p:spPr>
            <a:xfrm flipH="true" flipV="false" rot="0">
              <a:off x="0" y="33020"/>
              <a:ext cx="272018" cy="292100"/>
            </a:xfrm>
            <a:custGeom>
              <a:avLst/>
              <a:gdLst/>
              <a:ahLst/>
              <a:cxnLst/>
              <a:rect r="r" b="b" t="t" l="l"/>
              <a:pathLst>
                <a:path h="292100" w="272018">
                  <a:moveTo>
                    <a:pt x="272018" y="0"/>
                  </a:moveTo>
                  <a:lnTo>
                    <a:pt x="0" y="0"/>
                  </a:lnTo>
                  <a:lnTo>
                    <a:pt x="0" y="292100"/>
                  </a:lnTo>
                  <a:lnTo>
                    <a:pt x="272018" y="292100"/>
                  </a:lnTo>
                  <a:lnTo>
                    <a:pt x="272018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 rot="0">
              <a:off x="373618" y="-38100"/>
              <a:ext cx="83898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Filtrar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6346602" y="1067706"/>
            <a:ext cx="1403477" cy="268605"/>
            <a:chOff x="0" y="0"/>
            <a:chExt cx="1871303" cy="3581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57686"/>
              <a:ext cx="255439" cy="255439"/>
            </a:xfrm>
            <a:custGeom>
              <a:avLst/>
              <a:gdLst/>
              <a:ahLst/>
              <a:cxnLst/>
              <a:rect r="r" b="b" t="t" l="l"/>
              <a:pathLst>
                <a:path h="255439" w="255439">
                  <a:moveTo>
                    <a:pt x="0" y="0"/>
                  </a:moveTo>
                  <a:lnTo>
                    <a:pt x="255439" y="0"/>
                  </a:lnTo>
                  <a:lnTo>
                    <a:pt x="255439" y="255440"/>
                  </a:lnTo>
                  <a:lnTo>
                    <a:pt x="0" y="25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 rot="0">
              <a:off x="344339" y="-38100"/>
              <a:ext cx="1526963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Calendário</a:t>
              </a:r>
            </a:p>
          </p:txBody>
        </p:sp>
      </p:grpSp>
      <p:sp>
        <p:nvSpPr>
          <p:cNvPr name="AutoShape 179" id="179"/>
          <p:cNvSpPr/>
          <p:nvPr/>
        </p:nvSpPr>
        <p:spPr>
          <a:xfrm>
            <a:off x="4806633" y="1447187"/>
            <a:ext cx="1272648" cy="0"/>
          </a:xfrm>
          <a:prstGeom prst="line">
            <a:avLst/>
          </a:prstGeom>
          <a:ln cap="rnd" w="19050">
            <a:solidFill>
              <a:srgbClr val="003DA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0" id="180"/>
          <p:cNvGrpSpPr/>
          <p:nvPr/>
        </p:nvGrpSpPr>
        <p:grpSpPr>
          <a:xfrm rot="0">
            <a:off x="4263337" y="6900717"/>
            <a:ext cx="694939" cy="271623"/>
            <a:chOff x="0" y="0"/>
            <a:chExt cx="926586" cy="362164"/>
          </a:xfrm>
        </p:grpSpPr>
        <p:grpSp>
          <p:nvGrpSpPr>
            <p:cNvPr name="Group 181" id="181"/>
            <p:cNvGrpSpPr/>
            <p:nvPr/>
          </p:nvGrpSpPr>
          <p:grpSpPr>
            <a:xfrm rot="0">
              <a:off x="0" y="0"/>
              <a:ext cx="926586" cy="362164"/>
              <a:chOff x="0" y="0"/>
              <a:chExt cx="183029" cy="71539"/>
            </a:xfrm>
          </p:grpSpPr>
          <p:sp>
            <p:nvSpPr>
              <p:cNvPr name="Freeform 182" id="182"/>
              <p:cNvSpPr/>
              <p:nvPr/>
            </p:nvSpPr>
            <p:spPr>
              <a:xfrm flipH="false" flipV="false" rot="0">
                <a:off x="0" y="0"/>
                <a:ext cx="183029" cy="71539"/>
              </a:xfrm>
              <a:custGeom>
                <a:avLst/>
                <a:gdLst/>
                <a:ahLst/>
                <a:cxnLst/>
                <a:rect r="r" b="b" t="t" l="l"/>
                <a:pathLst>
                  <a:path h="71539" w="183029">
                    <a:moveTo>
                      <a:pt x="35769" y="0"/>
                    </a:moveTo>
                    <a:lnTo>
                      <a:pt x="147260" y="0"/>
                    </a:lnTo>
                    <a:cubicBezTo>
                      <a:pt x="156747" y="0"/>
                      <a:pt x="165845" y="3769"/>
                      <a:pt x="172553" y="10477"/>
                    </a:cubicBezTo>
                    <a:cubicBezTo>
                      <a:pt x="179261" y="17185"/>
                      <a:pt x="183029" y="26283"/>
                      <a:pt x="183029" y="35769"/>
                    </a:cubicBezTo>
                    <a:lnTo>
                      <a:pt x="183029" y="35769"/>
                    </a:lnTo>
                    <a:cubicBezTo>
                      <a:pt x="183029" y="45256"/>
                      <a:pt x="179261" y="54354"/>
                      <a:pt x="172553" y="61062"/>
                    </a:cubicBezTo>
                    <a:cubicBezTo>
                      <a:pt x="165845" y="67770"/>
                      <a:pt x="156747" y="71539"/>
                      <a:pt x="147260" y="71539"/>
                    </a:cubicBezTo>
                    <a:lnTo>
                      <a:pt x="35769" y="71539"/>
                    </a:lnTo>
                    <a:cubicBezTo>
                      <a:pt x="26283" y="71539"/>
                      <a:pt x="17185" y="67770"/>
                      <a:pt x="10477" y="61062"/>
                    </a:cubicBezTo>
                    <a:cubicBezTo>
                      <a:pt x="3769" y="54354"/>
                      <a:pt x="0" y="45256"/>
                      <a:pt x="0" y="35769"/>
                    </a:cubicBezTo>
                    <a:lnTo>
                      <a:pt x="0" y="35769"/>
                    </a:lnTo>
                    <a:cubicBezTo>
                      <a:pt x="0" y="26283"/>
                      <a:pt x="3769" y="17185"/>
                      <a:pt x="10477" y="10477"/>
                    </a:cubicBezTo>
                    <a:cubicBezTo>
                      <a:pt x="17185" y="3769"/>
                      <a:pt x="26283" y="0"/>
                      <a:pt x="35769" y="0"/>
                    </a:cubicBezTo>
                    <a:close/>
                  </a:path>
                </a:pathLst>
              </a:custGeom>
              <a:solidFill>
                <a:srgbClr val="1661D2">
                  <a:alpha val="19608"/>
                </a:srgbClr>
              </a:solidFill>
            </p:spPr>
          </p:sp>
          <p:sp>
            <p:nvSpPr>
              <p:cNvPr name="TextBox 183" id="183"/>
              <p:cNvSpPr txBox="true"/>
              <p:nvPr/>
            </p:nvSpPr>
            <p:spPr>
              <a:xfrm>
                <a:off x="0" y="-57150"/>
                <a:ext cx="183029" cy="1286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84" id="184"/>
            <p:cNvSpPr txBox="true"/>
            <p:nvPr/>
          </p:nvSpPr>
          <p:spPr>
            <a:xfrm rot="0">
              <a:off x="139284" y="11114"/>
              <a:ext cx="641458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60"/>
                </a:lnSpc>
              </a:pPr>
              <a:r>
                <a:rPr lang="en-US" sz="1400">
                  <a:solidFill>
                    <a:srgbClr val="1661D2"/>
                  </a:solidFill>
                  <a:latin typeface="Inter"/>
                  <a:ea typeface="Inter"/>
                  <a:cs typeface="Inter"/>
                  <a:sym typeface="Inter"/>
                </a:rPr>
                <a:t>01 jun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4252631" y="3552707"/>
            <a:ext cx="562294" cy="271623"/>
            <a:chOff x="0" y="0"/>
            <a:chExt cx="749725" cy="362164"/>
          </a:xfrm>
        </p:grpSpPr>
        <p:grpSp>
          <p:nvGrpSpPr>
            <p:cNvPr name="Group 186" id="186"/>
            <p:cNvGrpSpPr/>
            <p:nvPr/>
          </p:nvGrpSpPr>
          <p:grpSpPr>
            <a:xfrm rot="0">
              <a:off x="0" y="0"/>
              <a:ext cx="749725" cy="362164"/>
              <a:chOff x="0" y="0"/>
              <a:chExt cx="148094" cy="71539"/>
            </a:xfrm>
          </p:grpSpPr>
          <p:sp>
            <p:nvSpPr>
              <p:cNvPr name="Freeform 187" id="187"/>
              <p:cNvSpPr/>
              <p:nvPr/>
            </p:nvSpPr>
            <p:spPr>
              <a:xfrm flipH="false" flipV="false" rot="0">
                <a:off x="0" y="0"/>
                <a:ext cx="148094" cy="71539"/>
              </a:xfrm>
              <a:custGeom>
                <a:avLst/>
                <a:gdLst/>
                <a:ahLst/>
                <a:cxnLst/>
                <a:rect r="r" b="b" t="t" l="l"/>
                <a:pathLst>
                  <a:path h="71539" w="148094">
                    <a:moveTo>
                      <a:pt x="35769" y="0"/>
                    </a:moveTo>
                    <a:lnTo>
                      <a:pt x="112325" y="0"/>
                    </a:lnTo>
                    <a:cubicBezTo>
                      <a:pt x="121811" y="0"/>
                      <a:pt x="130909" y="3769"/>
                      <a:pt x="137617" y="10477"/>
                    </a:cubicBezTo>
                    <a:cubicBezTo>
                      <a:pt x="144325" y="17185"/>
                      <a:pt x="148094" y="26283"/>
                      <a:pt x="148094" y="35769"/>
                    </a:cubicBezTo>
                    <a:lnTo>
                      <a:pt x="148094" y="35769"/>
                    </a:lnTo>
                    <a:cubicBezTo>
                      <a:pt x="148094" y="55524"/>
                      <a:pt x="132079" y="71539"/>
                      <a:pt x="112325" y="71539"/>
                    </a:cubicBezTo>
                    <a:lnTo>
                      <a:pt x="35769" y="71539"/>
                    </a:lnTo>
                    <a:cubicBezTo>
                      <a:pt x="26283" y="71539"/>
                      <a:pt x="17185" y="67770"/>
                      <a:pt x="10477" y="61062"/>
                    </a:cubicBezTo>
                    <a:cubicBezTo>
                      <a:pt x="3769" y="54354"/>
                      <a:pt x="0" y="45256"/>
                      <a:pt x="0" y="35769"/>
                    </a:cubicBezTo>
                    <a:lnTo>
                      <a:pt x="0" y="35769"/>
                    </a:lnTo>
                    <a:cubicBezTo>
                      <a:pt x="0" y="26283"/>
                      <a:pt x="3769" y="17185"/>
                      <a:pt x="10477" y="10477"/>
                    </a:cubicBezTo>
                    <a:cubicBezTo>
                      <a:pt x="17185" y="3769"/>
                      <a:pt x="26283" y="0"/>
                      <a:pt x="35769" y="0"/>
                    </a:cubicBezTo>
                    <a:close/>
                  </a:path>
                </a:pathLst>
              </a:custGeom>
              <a:solidFill>
                <a:srgbClr val="FF3131">
                  <a:alpha val="19608"/>
                </a:srgbClr>
              </a:solidFill>
            </p:spPr>
          </p:sp>
          <p:sp>
            <p:nvSpPr>
              <p:cNvPr name="TextBox 188" id="188"/>
              <p:cNvSpPr txBox="true"/>
              <p:nvPr/>
            </p:nvSpPr>
            <p:spPr>
              <a:xfrm>
                <a:off x="0" y="-57150"/>
                <a:ext cx="148094" cy="1286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89" id="189"/>
            <p:cNvSpPr txBox="true"/>
            <p:nvPr/>
          </p:nvSpPr>
          <p:spPr>
            <a:xfrm rot="0">
              <a:off x="62230" y="23072"/>
              <a:ext cx="625265" cy="28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FF3131"/>
                  </a:solidFill>
                  <a:latin typeface="Inter"/>
                  <a:ea typeface="Inter"/>
                  <a:cs typeface="Inter"/>
                  <a:sym typeface="Inter"/>
                </a:rPr>
                <a:t>Hoje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4251235" y="5240896"/>
            <a:ext cx="935075" cy="271623"/>
            <a:chOff x="0" y="0"/>
            <a:chExt cx="1246767" cy="362164"/>
          </a:xfrm>
        </p:grpSpPr>
        <p:grpSp>
          <p:nvGrpSpPr>
            <p:cNvPr name="Group 191" id="191"/>
            <p:cNvGrpSpPr/>
            <p:nvPr/>
          </p:nvGrpSpPr>
          <p:grpSpPr>
            <a:xfrm rot="0">
              <a:off x="0" y="0"/>
              <a:ext cx="1246767" cy="362164"/>
              <a:chOff x="0" y="0"/>
              <a:chExt cx="246275" cy="71539"/>
            </a:xfrm>
          </p:grpSpPr>
          <p:sp>
            <p:nvSpPr>
              <p:cNvPr name="Freeform 192" id="192"/>
              <p:cNvSpPr/>
              <p:nvPr/>
            </p:nvSpPr>
            <p:spPr>
              <a:xfrm flipH="false" flipV="false" rot="0">
                <a:off x="0" y="0"/>
                <a:ext cx="246275" cy="71539"/>
              </a:xfrm>
              <a:custGeom>
                <a:avLst/>
                <a:gdLst/>
                <a:ahLst/>
                <a:cxnLst/>
                <a:rect r="r" b="b" t="t" l="l"/>
                <a:pathLst>
                  <a:path h="71539" w="246275">
                    <a:moveTo>
                      <a:pt x="35769" y="0"/>
                    </a:moveTo>
                    <a:lnTo>
                      <a:pt x="210506" y="0"/>
                    </a:lnTo>
                    <a:cubicBezTo>
                      <a:pt x="230261" y="0"/>
                      <a:pt x="246275" y="16014"/>
                      <a:pt x="246275" y="35769"/>
                    </a:cubicBezTo>
                    <a:lnTo>
                      <a:pt x="246275" y="35769"/>
                    </a:lnTo>
                    <a:cubicBezTo>
                      <a:pt x="246275" y="45256"/>
                      <a:pt x="242506" y="54354"/>
                      <a:pt x="235798" y="61062"/>
                    </a:cubicBezTo>
                    <a:cubicBezTo>
                      <a:pt x="229090" y="67770"/>
                      <a:pt x="219992" y="71539"/>
                      <a:pt x="210506" y="71539"/>
                    </a:cubicBezTo>
                    <a:lnTo>
                      <a:pt x="35769" y="71539"/>
                    </a:lnTo>
                    <a:cubicBezTo>
                      <a:pt x="26283" y="71539"/>
                      <a:pt x="17185" y="67770"/>
                      <a:pt x="10477" y="61062"/>
                    </a:cubicBezTo>
                    <a:cubicBezTo>
                      <a:pt x="3769" y="54354"/>
                      <a:pt x="0" y="45256"/>
                      <a:pt x="0" y="35769"/>
                    </a:cubicBezTo>
                    <a:lnTo>
                      <a:pt x="0" y="35769"/>
                    </a:lnTo>
                    <a:cubicBezTo>
                      <a:pt x="0" y="26283"/>
                      <a:pt x="3769" y="17185"/>
                      <a:pt x="10477" y="10477"/>
                    </a:cubicBezTo>
                    <a:cubicBezTo>
                      <a:pt x="17185" y="3769"/>
                      <a:pt x="26283" y="0"/>
                      <a:pt x="35769" y="0"/>
                    </a:cubicBezTo>
                    <a:close/>
                  </a:path>
                </a:pathLst>
              </a:custGeom>
              <a:solidFill>
                <a:srgbClr val="FFDE59">
                  <a:alpha val="19608"/>
                </a:srgbClr>
              </a:solidFill>
            </p:spPr>
          </p:sp>
          <p:sp>
            <p:nvSpPr>
              <p:cNvPr name="TextBox 193" id="193"/>
              <p:cNvSpPr txBox="true"/>
              <p:nvPr/>
            </p:nvSpPr>
            <p:spPr>
              <a:xfrm>
                <a:off x="0" y="-57150"/>
                <a:ext cx="246275" cy="1286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94" id="194"/>
            <p:cNvSpPr txBox="true"/>
            <p:nvPr/>
          </p:nvSpPr>
          <p:spPr>
            <a:xfrm rot="0">
              <a:off x="155421" y="16535"/>
              <a:ext cx="931020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FFDE59"/>
                  </a:solidFill>
                  <a:latin typeface="Inter"/>
                  <a:ea typeface="Inter"/>
                  <a:cs typeface="Inter"/>
                  <a:sym typeface="Inter"/>
                </a:rPr>
                <a:t>Amanhã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4251235" y="8589914"/>
            <a:ext cx="694939" cy="271623"/>
            <a:chOff x="0" y="0"/>
            <a:chExt cx="183029" cy="71539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83029" cy="71539"/>
            </a:xfrm>
            <a:custGeom>
              <a:avLst/>
              <a:gdLst/>
              <a:ahLst/>
              <a:cxnLst/>
              <a:rect r="r" b="b" t="t" l="l"/>
              <a:pathLst>
                <a:path h="71539" w="183029">
                  <a:moveTo>
                    <a:pt x="35769" y="0"/>
                  </a:moveTo>
                  <a:lnTo>
                    <a:pt x="147260" y="0"/>
                  </a:lnTo>
                  <a:cubicBezTo>
                    <a:pt x="156747" y="0"/>
                    <a:pt x="165845" y="3769"/>
                    <a:pt x="172553" y="10477"/>
                  </a:cubicBezTo>
                  <a:cubicBezTo>
                    <a:pt x="179261" y="17185"/>
                    <a:pt x="183029" y="26283"/>
                    <a:pt x="183029" y="35769"/>
                  </a:cubicBezTo>
                  <a:lnTo>
                    <a:pt x="183029" y="35769"/>
                  </a:lnTo>
                  <a:cubicBezTo>
                    <a:pt x="183029" y="45256"/>
                    <a:pt x="179261" y="54354"/>
                    <a:pt x="172553" y="61062"/>
                  </a:cubicBezTo>
                  <a:cubicBezTo>
                    <a:pt x="165845" y="67770"/>
                    <a:pt x="156747" y="71539"/>
                    <a:pt x="147260" y="71539"/>
                  </a:cubicBezTo>
                  <a:lnTo>
                    <a:pt x="35769" y="71539"/>
                  </a:lnTo>
                  <a:cubicBezTo>
                    <a:pt x="26283" y="71539"/>
                    <a:pt x="17185" y="67770"/>
                    <a:pt x="10477" y="61062"/>
                  </a:cubicBezTo>
                  <a:cubicBezTo>
                    <a:pt x="3769" y="54354"/>
                    <a:pt x="0" y="45256"/>
                    <a:pt x="0" y="35769"/>
                  </a:cubicBezTo>
                  <a:lnTo>
                    <a:pt x="0" y="35769"/>
                  </a:lnTo>
                  <a:cubicBezTo>
                    <a:pt x="0" y="26283"/>
                    <a:pt x="3769" y="17185"/>
                    <a:pt x="10477" y="10477"/>
                  </a:cubicBezTo>
                  <a:cubicBezTo>
                    <a:pt x="17185" y="3769"/>
                    <a:pt x="26283" y="0"/>
                    <a:pt x="35769" y="0"/>
                  </a:cubicBezTo>
                  <a:close/>
                </a:path>
              </a:pathLst>
            </a:custGeom>
            <a:solidFill>
              <a:srgbClr val="1661D2">
                <a:alpha val="19608"/>
              </a:srgbClr>
            </a:solid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57150"/>
              <a:ext cx="183029" cy="128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8919508" y="3552707"/>
            <a:ext cx="562294" cy="271623"/>
            <a:chOff x="0" y="0"/>
            <a:chExt cx="749725" cy="362164"/>
          </a:xfrm>
        </p:grpSpPr>
        <p:grpSp>
          <p:nvGrpSpPr>
            <p:cNvPr name="Group 199" id="199"/>
            <p:cNvGrpSpPr/>
            <p:nvPr/>
          </p:nvGrpSpPr>
          <p:grpSpPr>
            <a:xfrm rot="0">
              <a:off x="0" y="0"/>
              <a:ext cx="749725" cy="362164"/>
              <a:chOff x="0" y="0"/>
              <a:chExt cx="148094" cy="71539"/>
            </a:xfrm>
          </p:grpSpPr>
          <p:sp>
            <p:nvSpPr>
              <p:cNvPr name="Freeform 200" id="200"/>
              <p:cNvSpPr/>
              <p:nvPr/>
            </p:nvSpPr>
            <p:spPr>
              <a:xfrm flipH="false" flipV="false" rot="0">
                <a:off x="0" y="0"/>
                <a:ext cx="148094" cy="71539"/>
              </a:xfrm>
              <a:custGeom>
                <a:avLst/>
                <a:gdLst/>
                <a:ahLst/>
                <a:cxnLst/>
                <a:rect r="r" b="b" t="t" l="l"/>
                <a:pathLst>
                  <a:path h="71539" w="148094">
                    <a:moveTo>
                      <a:pt x="35769" y="0"/>
                    </a:moveTo>
                    <a:lnTo>
                      <a:pt x="112325" y="0"/>
                    </a:lnTo>
                    <a:cubicBezTo>
                      <a:pt x="121811" y="0"/>
                      <a:pt x="130909" y="3769"/>
                      <a:pt x="137617" y="10477"/>
                    </a:cubicBezTo>
                    <a:cubicBezTo>
                      <a:pt x="144325" y="17185"/>
                      <a:pt x="148094" y="26283"/>
                      <a:pt x="148094" y="35769"/>
                    </a:cubicBezTo>
                    <a:lnTo>
                      <a:pt x="148094" y="35769"/>
                    </a:lnTo>
                    <a:cubicBezTo>
                      <a:pt x="148094" y="55524"/>
                      <a:pt x="132079" y="71539"/>
                      <a:pt x="112325" y="71539"/>
                    </a:cubicBezTo>
                    <a:lnTo>
                      <a:pt x="35769" y="71539"/>
                    </a:lnTo>
                    <a:cubicBezTo>
                      <a:pt x="26283" y="71539"/>
                      <a:pt x="17185" y="67770"/>
                      <a:pt x="10477" y="61062"/>
                    </a:cubicBezTo>
                    <a:cubicBezTo>
                      <a:pt x="3769" y="54354"/>
                      <a:pt x="0" y="45256"/>
                      <a:pt x="0" y="35769"/>
                    </a:cubicBezTo>
                    <a:lnTo>
                      <a:pt x="0" y="35769"/>
                    </a:lnTo>
                    <a:cubicBezTo>
                      <a:pt x="0" y="26283"/>
                      <a:pt x="3769" y="17185"/>
                      <a:pt x="10477" y="10477"/>
                    </a:cubicBezTo>
                    <a:cubicBezTo>
                      <a:pt x="17185" y="3769"/>
                      <a:pt x="26283" y="0"/>
                      <a:pt x="35769" y="0"/>
                    </a:cubicBezTo>
                    <a:close/>
                  </a:path>
                </a:pathLst>
              </a:custGeom>
              <a:solidFill>
                <a:srgbClr val="FF3131">
                  <a:alpha val="19608"/>
                </a:srgbClr>
              </a:solidFill>
            </p:spPr>
          </p:sp>
          <p:sp>
            <p:nvSpPr>
              <p:cNvPr name="TextBox 201" id="201"/>
              <p:cNvSpPr txBox="true"/>
              <p:nvPr/>
            </p:nvSpPr>
            <p:spPr>
              <a:xfrm>
                <a:off x="0" y="-57150"/>
                <a:ext cx="148094" cy="1286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202" id="202"/>
            <p:cNvSpPr txBox="true"/>
            <p:nvPr/>
          </p:nvSpPr>
          <p:spPr>
            <a:xfrm rot="0">
              <a:off x="62230" y="23072"/>
              <a:ext cx="625265" cy="28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FF3131"/>
                  </a:solidFill>
                  <a:latin typeface="Inter"/>
                  <a:ea typeface="Inter"/>
                  <a:cs typeface="Inter"/>
                  <a:sym typeface="Inter"/>
                </a:rPr>
                <a:t>Hoje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8919508" y="5228241"/>
            <a:ext cx="562294" cy="271623"/>
            <a:chOff x="0" y="0"/>
            <a:chExt cx="749725" cy="362164"/>
          </a:xfrm>
        </p:grpSpPr>
        <p:grpSp>
          <p:nvGrpSpPr>
            <p:cNvPr name="Group 204" id="204"/>
            <p:cNvGrpSpPr/>
            <p:nvPr/>
          </p:nvGrpSpPr>
          <p:grpSpPr>
            <a:xfrm rot="0">
              <a:off x="0" y="0"/>
              <a:ext cx="749725" cy="362164"/>
              <a:chOff x="0" y="0"/>
              <a:chExt cx="148094" cy="71539"/>
            </a:xfrm>
          </p:grpSpPr>
          <p:sp>
            <p:nvSpPr>
              <p:cNvPr name="Freeform 205" id="205"/>
              <p:cNvSpPr/>
              <p:nvPr/>
            </p:nvSpPr>
            <p:spPr>
              <a:xfrm flipH="false" flipV="false" rot="0">
                <a:off x="0" y="0"/>
                <a:ext cx="148094" cy="71539"/>
              </a:xfrm>
              <a:custGeom>
                <a:avLst/>
                <a:gdLst/>
                <a:ahLst/>
                <a:cxnLst/>
                <a:rect r="r" b="b" t="t" l="l"/>
                <a:pathLst>
                  <a:path h="71539" w="148094">
                    <a:moveTo>
                      <a:pt x="35769" y="0"/>
                    </a:moveTo>
                    <a:lnTo>
                      <a:pt x="112325" y="0"/>
                    </a:lnTo>
                    <a:cubicBezTo>
                      <a:pt x="121811" y="0"/>
                      <a:pt x="130909" y="3769"/>
                      <a:pt x="137617" y="10477"/>
                    </a:cubicBezTo>
                    <a:cubicBezTo>
                      <a:pt x="144325" y="17185"/>
                      <a:pt x="148094" y="26283"/>
                      <a:pt x="148094" y="35769"/>
                    </a:cubicBezTo>
                    <a:lnTo>
                      <a:pt x="148094" y="35769"/>
                    </a:lnTo>
                    <a:cubicBezTo>
                      <a:pt x="148094" y="55524"/>
                      <a:pt x="132079" y="71539"/>
                      <a:pt x="112325" y="71539"/>
                    </a:cubicBezTo>
                    <a:lnTo>
                      <a:pt x="35769" y="71539"/>
                    </a:lnTo>
                    <a:cubicBezTo>
                      <a:pt x="26283" y="71539"/>
                      <a:pt x="17185" y="67770"/>
                      <a:pt x="10477" y="61062"/>
                    </a:cubicBezTo>
                    <a:cubicBezTo>
                      <a:pt x="3769" y="54354"/>
                      <a:pt x="0" y="45256"/>
                      <a:pt x="0" y="35769"/>
                    </a:cubicBezTo>
                    <a:lnTo>
                      <a:pt x="0" y="35769"/>
                    </a:lnTo>
                    <a:cubicBezTo>
                      <a:pt x="0" y="26283"/>
                      <a:pt x="3769" y="17185"/>
                      <a:pt x="10477" y="10477"/>
                    </a:cubicBezTo>
                    <a:cubicBezTo>
                      <a:pt x="17185" y="3769"/>
                      <a:pt x="26283" y="0"/>
                      <a:pt x="35769" y="0"/>
                    </a:cubicBezTo>
                    <a:close/>
                  </a:path>
                </a:pathLst>
              </a:custGeom>
              <a:solidFill>
                <a:srgbClr val="FF3131">
                  <a:alpha val="19608"/>
                </a:srgbClr>
              </a:solidFill>
            </p:spPr>
          </p:sp>
          <p:sp>
            <p:nvSpPr>
              <p:cNvPr name="TextBox 206" id="206"/>
              <p:cNvSpPr txBox="true"/>
              <p:nvPr/>
            </p:nvSpPr>
            <p:spPr>
              <a:xfrm>
                <a:off x="0" y="-57150"/>
                <a:ext cx="148094" cy="1286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207" id="207"/>
            <p:cNvSpPr txBox="true"/>
            <p:nvPr/>
          </p:nvSpPr>
          <p:spPr>
            <a:xfrm rot="0">
              <a:off x="62230" y="23072"/>
              <a:ext cx="625265" cy="28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FF3131"/>
                  </a:solidFill>
                  <a:latin typeface="Inter"/>
                  <a:ea typeface="Inter"/>
                  <a:cs typeface="Inter"/>
                  <a:sym typeface="Inter"/>
                </a:rPr>
                <a:t>Hoje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8886363" y="6900717"/>
            <a:ext cx="694939" cy="271623"/>
            <a:chOff x="0" y="0"/>
            <a:chExt cx="926586" cy="362164"/>
          </a:xfrm>
        </p:grpSpPr>
        <p:grpSp>
          <p:nvGrpSpPr>
            <p:cNvPr name="Group 209" id="209"/>
            <p:cNvGrpSpPr/>
            <p:nvPr/>
          </p:nvGrpSpPr>
          <p:grpSpPr>
            <a:xfrm rot="0">
              <a:off x="0" y="0"/>
              <a:ext cx="926586" cy="362164"/>
              <a:chOff x="0" y="0"/>
              <a:chExt cx="183029" cy="71539"/>
            </a:xfrm>
          </p:grpSpPr>
          <p:sp>
            <p:nvSpPr>
              <p:cNvPr name="Freeform 210" id="210"/>
              <p:cNvSpPr/>
              <p:nvPr/>
            </p:nvSpPr>
            <p:spPr>
              <a:xfrm flipH="false" flipV="false" rot="0">
                <a:off x="0" y="0"/>
                <a:ext cx="183029" cy="71539"/>
              </a:xfrm>
              <a:custGeom>
                <a:avLst/>
                <a:gdLst/>
                <a:ahLst/>
                <a:cxnLst/>
                <a:rect r="r" b="b" t="t" l="l"/>
                <a:pathLst>
                  <a:path h="71539" w="183029">
                    <a:moveTo>
                      <a:pt x="35769" y="0"/>
                    </a:moveTo>
                    <a:lnTo>
                      <a:pt x="147260" y="0"/>
                    </a:lnTo>
                    <a:cubicBezTo>
                      <a:pt x="156747" y="0"/>
                      <a:pt x="165845" y="3769"/>
                      <a:pt x="172553" y="10477"/>
                    </a:cubicBezTo>
                    <a:cubicBezTo>
                      <a:pt x="179261" y="17185"/>
                      <a:pt x="183029" y="26283"/>
                      <a:pt x="183029" y="35769"/>
                    </a:cubicBezTo>
                    <a:lnTo>
                      <a:pt x="183029" y="35769"/>
                    </a:lnTo>
                    <a:cubicBezTo>
                      <a:pt x="183029" y="45256"/>
                      <a:pt x="179261" y="54354"/>
                      <a:pt x="172553" y="61062"/>
                    </a:cubicBezTo>
                    <a:cubicBezTo>
                      <a:pt x="165845" y="67770"/>
                      <a:pt x="156747" y="71539"/>
                      <a:pt x="147260" y="71539"/>
                    </a:cubicBezTo>
                    <a:lnTo>
                      <a:pt x="35769" y="71539"/>
                    </a:lnTo>
                    <a:cubicBezTo>
                      <a:pt x="26283" y="71539"/>
                      <a:pt x="17185" y="67770"/>
                      <a:pt x="10477" y="61062"/>
                    </a:cubicBezTo>
                    <a:cubicBezTo>
                      <a:pt x="3769" y="54354"/>
                      <a:pt x="0" y="45256"/>
                      <a:pt x="0" y="35769"/>
                    </a:cubicBezTo>
                    <a:lnTo>
                      <a:pt x="0" y="35769"/>
                    </a:lnTo>
                    <a:cubicBezTo>
                      <a:pt x="0" y="26283"/>
                      <a:pt x="3769" y="17185"/>
                      <a:pt x="10477" y="10477"/>
                    </a:cubicBezTo>
                    <a:cubicBezTo>
                      <a:pt x="17185" y="3769"/>
                      <a:pt x="26283" y="0"/>
                      <a:pt x="35769" y="0"/>
                    </a:cubicBezTo>
                    <a:close/>
                  </a:path>
                </a:pathLst>
              </a:custGeom>
              <a:solidFill>
                <a:srgbClr val="1661D2">
                  <a:alpha val="19608"/>
                </a:srgbClr>
              </a:solidFill>
            </p:spPr>
          </p:sp>
          <p:sp>
            <p:nvSpPr>
              <p:cNvPr name="TextBox 211" id="211"/>
              <p:cNvSpPr txBox="true"/>
              <p:nvPr/>
            </p:nvSpPr>
            <p:spPr>
              <a:xfrm>
                <a:off x="0" y="-57150"/>
                <a:ext cx="183029" cy="1286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212" id="212"/>
            <p:cNvSpPr txBox="true"/>
            <p:nvPr/>
          </p:nvSpPr>
          <p:spPr>
            <a:xfrm rot="0">
              <a:off x="139284" y="11114"/>
              <a:ext cx="641458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60"/>
                </a:lnSpc>
              </a:pPr>
              <a:r>
                <a:rPr lang="en-US" sz="1400">
                  <a:solidFill>
                    <a:srgbClr val="1661D2"/>
                  </a:solidFill>
                  <a:latin typeface="Inter"/>
                  <a:ea typeface="Inter"/>
                  <a:cs typeface="Inter"/>
                  <a:sym typeface="Inter"/>
                </a:rPr>
                <a:t>20 jul</a:t>
              </a:r>
            </a:p>
          </p:txBody>
        </p:sp>
      </p:grpSp>
      <p:grpSp>
        <p:nvGrpSpPr>
          <p:cNvPr name="Group 213" id="213"/>
          <p:cNvGrpSpPr/>
          <p:nvPr/>
        </p:nvGrpSpPr>
        <p:grpSpPr>
          <a:xfrm rot="0">
            <a:off x="13354351" y="3423984"/>
            <a:ext cx="4041390" cy="1051325"/>
            <a:chOff x="0" y="0"/>
            <a:chExt cx="5388520" cy="1401767"/>
          </a:xfrm>
        </p:grpSpPr>
        <p:grpSp>
          <p:nvGrpSpPr>
            <p:cNvPr name="Group 214" id="214"/>
            <p:cNvGrpSpPr/>
            <p:nvPr/>
          </p:nvGrpSpPr>
          <p:grpSpPr>
            <a:xfrm rot="-5400000">
              <a:off x="1993376" y="-1993376"/>
              <a:ext cx="1401767" cy="5388520"/>
              <a:chOff x="0" y="0"/>
              <a:chExt cx="276887" cy="1064377"/>
            </a:xfrm>
          </p:grpSpPr>
          <p:sp>
            <p:nvSpPr>
              <p:cNvPr name="Freeform 215" id="215"/>
              <p:cNvSpPr/>
              <p:nvPr/>
            </p:nvSpPr>
            <p:spPr>
              <a:xfrm flipH="false" flipV="false" rot="0">
                <a:off x="0" y="0"/>
                <a:ext cx="276887" cy="1064377"/>
              </a:xfrm>
              <a:custGeom>
                <a:avLst/>
                <a:gdLst/>
                <a:ahLst/>
                <a:cxnLst/>
                <a:rect r="r" b="b" t="t" l="l"/>
                <a:pathLst>
                  <a:path h="1064377" w="276887">
                    <a:moveTo>
                      <a:pt x="58912" y="0"/>
                    </a:moveTo>
                    <a:lnTo>
                      <a:pt x="217975" y="0"/>
                    </a:lnTo>
                    <a:cubicBezTo>
                      <a:pt x="233599" y="0"/>
                      <a:pt x="248584" y="6207"/>
                      <a:pt x="259632" y="17255"/>
                    </a:cubicBezTo>
                    <a:cubicBezTo>
                      <a:pt x="270680" y="28303"/>
                      <a:pt x="276887" y="43287"/>
                      <a:pt x="276887" y="58912"/>
                    </a:cubicBezTo>
                    <a:lnTo>
                      <a:pt x="276887" y="1005466"/>
                    </a:lnTo>
                    <a:cubicBezTo>
                      <a:pt x="276887" y="1021090"/>
                      <a:pt x="270680" y="1036075"/>
                      <a:pt x="259632" y="1047123"/>
                    </a:cubicBezTo>
                    <a:cubicBezTo>
                      <a:pt x="248584" y="1058171"/>
                      <a:pt x="233599" y="1064377"/>
                      <a:pt x="217975" y="1064377"/>
                    </a:cubicBezTo>
                    <a:lnTo>
                      <a:pt x="58912" y="1064377"/>
                    </a:lnTo>
                    <a:cubicBezTo>
                      <a:pt x="43287" y="1064377"/>
                      <a:pt x="28303" y="1058171"/>
                      <a:pt x="17255" y="1047123"/>
                    </a:cubicBezTo>
                    <a:cubicBezTo>
                      <a:pt x="6207" y="1036075"/>
                      <a:pt x="0" y="1021090"/>
                      <a:pt x="0" y="1005466"/>
                    </a:cubicBezTo>
                    <a:lnTo>
                      <a:pt x="0" y="58912"/>
                    </a:lnTo>
                    <a:cubicBezTo>
                      <a:pt x="0" y="43287"/>
                      <a:pt x="6207" y="28303"/>
                      <a:pt x="17255" y="17255"/>
                    </a:cubicBezTo>
                    <a:cubicBezTo>
                      <a:pt x="28303" y="6207"/>
                      <a:pt x="43287" y="0"/>
                      <a:pt x="5891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6" id="216"/>
              <p:cNvSpPr txBox="true"/>
              <p:nvPr/>
            </p:nvSpPr>
            <p:spPr>
              <a:xfrm>
                <a:off x="0" y="-57150"/>
                <a:ext cx="276887" cy="11215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217" id="217"/>
            <p:cNvGrpSpPr/>
            <p:nvPr/>
          </p:nvGrpSpPr>
          <p:grpSpPr>
            <a:xfrm rot="-5400000">
              <a:off x="-604640" y="606230"/>
              <a:ext cx="1401767" cy="189308"/>
              <a:chOff x="0" y="0"/>
              <a:chExt cx="276887" cy="37393"/>
            </a:xfrm>
          </p:grpSpPr>
          <p:sp>
            <p:nvSpPr>
              <p:cNvPr name="Freeform 218" id="218"/>
              <p:cNvSpPr/>
              <p:nvPr/>
            </p:nvSpPr>
            <p:spPr>
              <a:xfrm flipH="false" flipV="false" rot="0">
                <a:off x="0" y="0"/>
                <a:ext cx="276887" cy="37393"/>
              </a:xfrm>
              <a:custGeom>
                <a:avLst/>
                <a:gdLst/>
                <a:ahLst/>
                <a:cxnLst/>
                <a:rect r="r" b="b" t="t" l="l"/>
                <a:pathLst>
                  <a:path h="37393" w="276887">
                    <a:moveTo>
                      <a:pt x="18697" y="0"/>
                    </a:moveTo>
                    <a:lnTo>
                      <a:pt x="258190" y="0"/>
                    </a:lnTo>
                    <a:cubicBezTo>
                      <a:pt x="263149" y="0"/>
                      <a:pt x="267904" y="1970"/>
                      <a:pt x="271411" y="5476"/>
                    </a:cubicBezTo>
                    <a:cubicBezTo>
                      <a:pt x="274917" y="8982"/>
                      <a:pt x="276887" y="13738"/>
                      <a:pt x="276887" y="18697"/>
                    </a:cubicBezTo>
                    <a:lnTo>
                      <a:pt x="276887" y="18697"/>
                    </a:lnTo>
                    <a:cubicBezTo>
                      <a:pt x="276887" y="29023"/>
                      <a:pt x="268516" y="37393"/>
                      <a:pt x="258190" y="37393"/>
                    </a:cubicBezTo>
                    <a:lnTo>
                      <a:pt x="18697" y="37393"/>
                    </a:lnTo>
                    <a:cubicBezTo>
                      <a:pt x="8371" y="37393"/>
                      <a:pt x="0" y="29023"/>
                      <a:pt x="0" y="18697"/>
                    </a:cubicBezTo>
                    <a:lnTo>
                      <a:pt x="0" y="18697"/>
                    </a:lnTo>
                    <a:cubicBezTo>
                      <a:pt x="0" y="8371"/>
                      <a:pt x="8371" y="0"/>
                      <a:pt x="18697" y="0"/>
                    </a:cubicBezTo>
                    <a:close/>
                  </a:path>
                </a:pathLst>
              </a:custGeom>
              <a:solidFill>
                <a:srgbClr val="30A700"/>
              </a:solidFill>
            </p:spPr>
          </p:sp>
          <p:sp>
            <p:nvSpPr>
              <p:cNvPr name="TextBox 219" id="219"/>
              <p:cNvSpPr txBox="true"/>
              <p:nvPr/>
            </p:nvSpPr>
            <p:spPr>
              <a:xfrm>
                <a:off x="0" y="-57150"/>
                <a:ext cx="276887" cy="945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grpSp>
          <p:nvGrpSpPr>
            <p:cNvPr name="Group 220" id="220"/>
            <p:cNvGrpSpPr/>
            <p:nvPr/>
          </p:nvGrpSpPr>
          <p:grpSpPr>
            <a:xfrm rot="0">
              <a:off x="96244" y="0"/>
              <a:ext cx="436651" cy="1401767"/>
              <a:chOff x="0" y="0"/>
              <a:chExt cx="86252" cy="276892"/>
            </a:xfrm>
          </p:grpSpPr>
          <p:sp>
            <p:nvSpPr>
              <p:cNvPr name="Freeform 221" id="221"/>
              <p:cNvSpPr/>
              <p:nvPr/>
            </p:nvSpPr>
            <p:spPr>
              <a:xfrm flipH="false" flipV="false" rot="0">
                <a:off x="0" y="0"/>
                <a:ext cx="86252" cy="276892"/>
              </a:xfrm>
              <a:custGeom>
                <a:avLst/>
                <a:gdLst/>
                <a:ahLst/>
                <a:cxnLst/>
                <a:rect r="r" b="b" t="t" l="l"/>
                <a:pathLst>
                  <a:path h="276892" w="86252">
                    <a:moveTo>
                      <a:pt x="0" y="0"/>
                    </a:moveTo>
                    <a:lnTo>
                      <a:pt x="86252" y="0"/>
                    </a:lnTo>
                    <a:lnTo>
                      <a:pt x="86252" y="276892"/>
                    </a:lnTo>
                    <a:lnTo>
                      <a:pt x="0" y="27689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2" id="222"/>
              <p:cNvSpPr txBox="true"/>
              <p:nvPr/>
            </p:nvSpPr>
            <p:spPr>
              <a:xfrm>
                <a:off x="0" y="-57150"/>
                <a:ext cx="86252" cy="3340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Freeform 223" id="223"/>
            <p:cNvSpPr/>
            <p:nvPr/>
          </p:nvSpPr>
          <p:spPr>
            <a:xfrm flipH="false" flipV="false" rot="0">
              <a:off x="5119425" y="296256"/>
              <a:ext cx="48577" cy="190500"/>
            </a:xfrm>
            <a:custGeom>
              <a:avLst/>
              <a:gdLst/>
              <a:ahLst/>
              <a:cxnLst/>
              <a:rect r="r" b="b" t="t" l="l"/>
              <a:pathLst>
                <a:path h="190500" w="48577">
                  <a:moveTo>
                    <a:pt x="0" y="0"/>
                  </a:moveTo>
                  <a:lnTo>
                    <a:pt x="48577" y="0"/>
                  </a:lnTo>
                  <a:lnTo>
                    <a:pt x="48577" y="190500"/>
                  </a:ln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4" id="224"/>
            <p:cNvGrpSpPr/>
            <p:nvPr/>
          </p:nvGrpSpPr>
          <p:grpSpPr>
            <a:xfrm rot="0">
              <a:off x="319759" y="340047"/>
              <a:ext cx="292100" cy="292100"/>
              <a:chOff x="0" y="0"/>
              <a:chExt cx="57699" cy="57699"/>
            </a:xfrm>
          </p:grpSpPr>
          <p:sp>
            <p:nvSpPr>
              <p:cNvPr name="Freeform 225" id="225"/>
              <p:cNvSpPr/>
              <p:nvPr/>
            </p:nvSpPr>
            <p:spPr>
              <a:xfrm flipH="false" flipV="false" rot="0">
                <a:off x="0" y="0"/>
                <a:ext cx="57699" cy="57699"/>
              </a:xfrm>
              <a:custGeom>
                <a:avLst/>
                <a:gdLst/>
                <a:ahLst/>
                <a:cxnLst/>
                <a:rect r="r" b="b" t="t" l="l"/>
                <a:pathLst>
                  <a:path h="57699" w="57699">
                    <a:moveTo>
                      <a:pt x="28849" y="0"/>
                    </a:moveTo>
                    <a:lnTo>
                      <a:pt x="28849" y="0"/>
                    </a:lnTo>
                    <a:cubicBezTo>
                      <a:pt x="36501" y="0"/>
                      <a:pt x="43839" y="3039"/>
                      <a:pt x="49249" y="8450"/>
                    </a:cubicBezTo>
                    <a:cubicBezTo>
                      <a:pt x="54659" y="13860"/>
                      <a:pt x="57699" y="21198"/>
                      <a:pt x="57699" y="28849"/>
                    </a:cubicBezTo>
                    <a:lnTo>
                      <a:pt x="57699" y="28849"/>
                    </a:lnTo>
                    <a:cubicBezTo>
                      <a:pt x="57699" y="36501"/>
                      <a:pt x="54659" y="43839"/>
                      <a:pt x="49249" y="49249"/>
                    </a:cubicBezTo>
                    <a:cubicBezTo>
                      <a:pt x="43839" y="54659"/>
                      <a:pt x="36501" y="57699"/>
                      <a:pt x="28849" y="57699"/>
                    </a:cubicBezTo>
                    <a:lnTo>
                      <a:pt x="28849" y="57699"/>
                    </a:lnTo>
                    <a:cubicBezTo>
                      <a:pt x="21198" y="57699"/>
                      <a:pt x="13860" y="54659"/>
                      <a:pt x="8450" y="49249"/>
                    </a:cubicBezTo>
                    <a:cubicBezTo>
                      <a:pt x="3039" y="43839"/>
                      <a:pt x="0" y="36501"/>
                      <a:pt x="0" y="28849"/>
                    </a:cubicBezTo>
                    <a:lnTo>
                      <a:pt x="0" y="28849"/>
                    </a:lnTo>
                    <a:cubicBezTo>
                      <a:pt x="0" y="21198"/>
                      <a:pt x="3039" y="13860"/>
                      <a:pt x="8450" y="8450"/>
                    </a:cubicBezTo>
                    <a:cubicBezTo>
                      <a:pt x="13860" y="3039"/>
                      <a:pt x="21198" y="0"/>
                      <a:pt x="28849" y="0"/>
                    </a:cubicBezTo>
                    <a:close/>
                  </a:path>
                </a:pathLst>
              </a:custGeom>
              <a:solidFill>
                <a:srgbClr val="003DA8"/>
              </a:solidFill>
              <a:ln w="16192" cap="sq">
                <a:solidFill>
                  <a:srgbClr val="003DA8"/>
                </a:solidFill>
                <a:prstDash val="solid"/>
                <a:miter/>
              </a:ln>
            </p:spPr>
          </p:sp>
          <p:sp>
            <p:nvSpPr>
              <p:cNvPr name="TextBox 226" id="226"/>
              <p:cNvSpPr txBox="true"/>
              <p:nvPr/>
            </p:nvSpPr>
            <p:spPr>
              <a:xfrm>
                <a:off x="0" y="-57150"/>
                <a:ext cx="57699" cy="1148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Freeform 227" id="227"/>
            <p:cNvSpPr/>
            <p:nvPr/>
          </p:nvSpPr>
          <p:spPr>
            <a:xfrm flipH="false" flipV="false" rot="0">
              <a:off x="360987" y="381276"/>
              <a:ext cx="209643" cy="209643"/>
            </a:xfrm>
            <a:custGeom>
              <a:avLst/>
              <a:gdLst/>
              <a:ahLst/>
              <a:cxnLst/>
              <a:rect r="r" b="b" t="t" l="l"/>
              <a:pathLst>
                <a:path h="209643" w="209643">
                  <a:moveTo>
                    <a:pt x="0" y="0"/>
                  </a:moveTo>
                  <a:lnTo>
                    <a:pt x="209644" y="0"/>
                  </a:lnTo>
                  <a:lnTo>
                    <a:pt x="209644" y="209643"/>
                  </a:lnTo>
                  <a:lnTo>
                    <a:pt x="0" y="209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 rot="0">
              <a:off x="739104" y="268927"/>
              <a:ext cx="4380321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Biologia - Pesquisa Reportagem</a:t>
              </a:r>
            </a:p>
          </p:txBody>
        </p:sp>
      </p:grpSp>
      <p:sp>
        <p:nvSpPr>
          <p:cNvPr name="Freeform 229" id="229"/>
          <p:cNvSpPr/>
          <p:nvPr/>
        </p:nvSpPr>
        <p:spPr>
          <a:xfrm flipH="false" flipV="false" rot="0">
            <a:off x="469532" y="23076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0" id="230"/>
          <p:cNvSpPr/>
          <p:nvPr/>
        </p:nvSpPr>
        <p:spPr>
          <a:xfrm flipH="false" flipV="false" rot="0">
            <a:off x="467147" y="29172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1" id="231"/>
          <p:cNvSpPr/>
          <p:nvPr/>
        </p:nvSpPr>
        <p:spPr>
          <a:xfrm flipH="false" flipV="false" rot="0">
            <a:off x="477659" y="1688552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2" id="232"/>
          <p:cNvSpPr/>
          <p:nvPr/>
        </p:nvSpPr>
        <p:spPr>
          <a:xfrm flipH="false" flipV="false" rot="0">
            <a:off x="467147" y="35268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33" id="233"/>
          <p:cNvSpPr txBox="true"/>
          <p:nvPr/>
        </p:nvSpPr>
        <p:spPr>
          <a:xfrm rot="0">
            <a:off x="825716" y="22695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Tarefas</a:t>
            </a:r>
          </a:p>
        </p:txBody>
      </p:sp>
      <p:sp>
        <p:nvSpPr>
          <p:cNvPr name="TextBox 234" id="234"/>
          <p:cNvSpPr txBox="true"/>
          <p:nvPr/>
        </p:nvSpPr>
        <p:spPr>
          <a:xfrm rot="0">
            <a:off x="5175746" y="1029606"/>
            <a:ext cx="78851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3DA8"/>
                </a:solidFill>
                <a:latin typeface="Inter"/>
                <a:ea typeface="Inter"/>
                <a:cs typeface="Inter"/>
                <a:sym typeface="Inter"/>
              </a:rPr>
              <a:t>Quadro</a:t>
            </a:r>
          </a:p>
        </p:txBody>
      </p:sp>
      <p:sp>
        <p:nvSpPr>
          <p:cNvPr name="TextBox 235" id="235"/>
          <p:cNvSpPr txBox="true"/>
          <p:nvPr/>
        </p:nvSpPr>
        <p:spPr>
          <a:xfrm rot="0">
            <a:off x="4263337" y="4840057"/>
            <a:ext cx="37908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45min</a:t>
            </a:r>
          </a:p>
        </p:txBody>
      </p:sp>
      <p:sp>
        <p:nvSpPr>
          <p:cNvPr name="TextBox 236" id="236"/>
          <p:cNvSpPr txBox="true"/>
          <p:nvPr/>
        </p:nvSpPr>
        <p:spPr>
          <a:xfrm rot="0">
            <a:off x="4264530" y="6524598"/>
            <a:ext cx="37908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30min</a:t>
            </a:r>
          </a:p>
        </p:txBody>
      </p:sp>
      <p:sp>
        <p:nvSpPr>
          <p:cNvPr name="TextBox 237" id="237"/>
          <p:cNvSpPr txBox="true"/>
          <p:nvPr/>
        </p:nvSpPr>
        <p:spPr>
          <a:xfrm rot="0">
            <a:off x="4264530" y="8197074"/>
            <a:ext cx="37908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1h 30min</a:t>
            </a:r>
          </a:p>
        </p:txBody>
      </p:sp>
      <p:sp>
        <p:nvSpPr>
          <p:cNvPr name="TextBox 238" id="238"/>
          <p:cNvSpPr txBox="true"/>
          <p:nvPr/>
        </p:nvSpPr>
        <p:spPr>
          <a:xfrm rot="0">
            <a:off x="4263337" y="3149057"/>
            <a:ext cx="396751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1h 00min</a:t>
            </a:r>
          </a:p>
        </p:txBody>
      </p:sp>
      <p:sp>
        <p:nvSpPr>
          <p:cNvPr name="TextBox 239" id="239"/>
          <p:cNvSpPr txBox="true"/>
          <p:nvPr/>
        </p:nvSpPr>
        <p:spPr>
          <a:xfrm rot="0">
            <a:off x="4012811" y="1929801"/>
            <a:ext cx="363273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fazer</a:t>
            </a:r>
          </a:p>
        </p:txBody>
      </p:sp>
      <p:sp>
        <p:nvSpPr>
          <p:cNvPr name="TextBox 240" id="240"/>
          <p:cNvSpPr txBox="true"/>
          <p:nvPr/>
        </p:nvSpPr>
        <p:spPr>
          <a:xfrm rot="0">
            <a:off x="5525806" y="1975026"/>
            <a:ext cx="252958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1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4 tarefas</a:t>
            </a:r>
          </a:p>
        </p:txBody>
      </p:sp>
      <p:sp>
        <p:nvSpPr>
          <p:cNvPr name="TextBox 241" id="241"/>
          <p:cNvSpPr txBox="true"/>
          <p:nvPr/>
        </p:nvSpPr>
        <p:spPr>
          <a:xfrm rot="0">
            <a:off x="4012811" y="9311138"/>
            <a:ext cx="206424" cy="2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3DA8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</a:p>
        </p:txBody>
      </p:sp>
      <p:sp>
        <p:nvSpPr>
          <p:cNvPr name="TextBox 242" id="242"/>
          <p:cNvSpPr txBox="true"/>
          <p:nvPr/>
        </p:nvSpPr>
        <p:spPr>
          <a:xfrm rot="0">
            <a:off x="4193500" y="9323134"/>
            <a:ext cx="220030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003DA8"/>
                </a:solidFill>
                <a:latin typeface="Inter"/>
                <a:ea typeface="Inter"/>
                <a:cs typeface="Inter"/>
                <a:sym typeface="Inter"/>
              </a:rPr>
              <a:t>Adicionar tarefa</a:t>
            </a:r>
          </a:p>
        </p:txBody>
      </p:sp>
      <p:sp>
        <p:nvSpPr>
          <p:cNvPr name="TextBox 243" id="243"/>
          <p:cNvSpPr txBox="true"/>
          <p:nvPr/>
        </p:nvSpPr>
        <p:spPr>
          <a:xfrm rot="0">
            <a:off x="831520" y="16599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Início</a:t>
            </a:r>
          </a:p>
        </p:txBody>
      </p:sp>
      <p:sp>
        <p:nvSpPr>
          <p:cNvPr name="TextBox 244" id="244"/>
          <p:cNvSpPr txBox="true"/>
          <p:nvPr/>
        </p:nvSpPr>
        <p:spPr>
          <a:xfrm rot="0">
            <a:off x="825716" y="28791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Estudos</a:t>
            </a:r>
          </a:p>
        </p:txBody>
      </p:sp>
      <p:sp>
        <p:nvSpPr>
          <p:cNvPr name="TextBox 245" id="245"/>
          <p:cNvSpPr txBox="true"/>
          <p:nvPr/>
        </p:nvSpPr>
        <p:spPr>
          <a:xfrm rot="0">
            <a:off x="825716" y="34887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Recompensas</a:t>
            </a:r>
          </a:p>
        </p:txBody>
      </p:sp>
      <p:sp>
        <p:nvSpPr>
          <p:cNvPr name="TextBox 246" id="246"/>
          <p:cNvSpPr txBox="true"/>
          <p:nvPr/>
        </p:nvSpPr>
        <p:spPr>
          <a:xfrm rot="0">
            <a:off x="825716" y="40983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Desempenho</a:t>
            </a:r>
          </a:p>
        </p:txBody>
      </p:sp>
      <p:sp>
        <p:nvSpPr>
          <p:cNvPr name="TextBox 247" id="247"/>
          <p:cNvSpPr txBox="true"/>
          <p:nvPr/>
        </p:nvSpPr>
        <p:spPr>
          <a:xfrm rot="0">
            <a:off x="831520" y="47079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Configuração</a:t>
            </a:r>
          </a:p>
        </p:txBody>
      </p:sp>
      <p:sp>
        <p:nvSpPr>
          <p:cNvPr name="TextBox 248" id="248"/>
          <p:cNvSpPr txBox="true"/>
          <p:nvPr/>
        </p:nvSpPr>
        <p:spPr>
          <a:xfrm rot="0">
            <a:off x="3766096" y="444575"/>
            <a:ext cx="238379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Minhas tarefas</a:t>
            </a:r>
          </a:p>
        </p:txBody>
      </p:sp>
      <p:sp>
        <p:nvSpPr>
          <p:cNvPr name="TextBox 249" id="249"/>
          <p:cNvSpPr txBox="true"/>
          <p:nvPr/>
        </p:nvSpPr>
        <p:spPr>
          <a:xfrm rot="0">
            <a:off x="8934107" y="4835401"/>
            <a:ext cx="37908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45min</a:t>
            </a:r>
          </a:p>
        </p:txBody>
      </p:sp>
      <p:sp>
        <p:nvSpPr>
          <p:cNvPr name="TextBox 250" id="250"/>
          <p:cNvSpPr txBox="true"/>
          <p:nvPr/>
        </p:nvSpPr>
        <p:spPr>
          <a:xfrm rot="0">
            <a:off x="8935300" y="6507877"/>
            <a:ext cx="37908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30min</a:t>
            </a:r>
          </a:p>
        </p:txBody>
      </p:sp>
      <p:sp>
        <p:nvSpPr>
          <p:cNvPr name="TextBox 251" id="251"/>
          <p:cNvSpPr txBox="true"/>
          <p:nvPr/>
        </p:nvSpPr>
        <p:spPr>
          <a:xfrm rot="0">
            <a:off x="8934107" y="3160580"/>
            <a:ext cx="396751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2h 30min</a:t>
            </a:r>
          </a:p>
        </p:txBody>
      </p:sp>
      <p:grpSp>
        <p:nvGrpSpPr>
          <p:cNvPr name="Group 252" id="252"/>
          <p:cNvGrpSpPr/>
          <p:nvPr/>
        </p:nvGrpSpPr>
        <p:grpSpPr>
          <a:xfrm rot="0">
            <a:off x="8683581" y="7650516"/>
            <a:ext cx="2380992" cy="224086"/>
            <a:chOff x="0" y="0"/>
            <a:chExt cx="3174656" cy="298781"/>
          </a:xfrm>
        </p:grpSpPr>
        <p:sp>
          <p:nvSpPr>
            <p:cNvPr name="TextBox 253" id="253"/>
            <p:cNvSpPr txBox="true"/>
            <p:nvPr/>
          </p:nvSpPr>
          <p:spPr>
            <a:xfrm rot="0">
              <a:off x="0" y="-28575"/>
              <a:ext cx="275232" cy="311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3DA8"/>
                  </a:solidFill>
                  <a:latin typeface="Inter"/>
                  <a:ea typeface="Inter"/>
                  <a:cs typeface="Inter"/>
                  <a:sym typeface="Inter"/>
                </a:rPr>
                <a:t>+</a:t>
              </a:r>
            </a:p>
          </p:txBody>
        </p:sp>
        <p:sp>
          <p:nvSpPr>
            <p:cNvPr name="TextBox 254" id="254"/>
            <p:cNvSpPr txBox="true"/>
            <p:nvPr/>
          </p:nvSpPr>
          <p:spPr>
            <a:xfrm rot="0">
              <a:off x="240919" y="-12581"/>
              <a:ext cx="2933737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</a:pPr>
              <a:r>
                <a:rPr lang="en-US" sz="1399">
                  <a:solidFill>
                    <a:srgbClr val="003DA8"/>
                  </a:solidFill>
                  <a:latin typeface="Inter"/>
                  <a:ea typeface="Inter"/>
                  <a:cs typeface="Inter"/>
                  <a:sym typeface="Inter"/>
                </a:rPr>
                <a:t>Adicionar tarefa</a:t>
              </a:r>
            </a:p>
          </p:txBody>
        </p:sp>
      </p:grpSp>
      <p:sp>
        <p:nvSpPr>
          <p:cNvPr name="TextBox 255" id="255"/>
          <p:cNvSpPr txBox="true"/>
          <p:nvPr/>
        </p:nvSpPr>
        <p:spPr>
          <a:xfrm rot="0">
            <a:off x="8683581" y="1913080"/>
            <a:ext cx="363273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 andamento</a:t>
            </a:r>
          </a:p>
        </p:txBody>
      </p:sp>
      <p:sp>
        <p:nvSpPr>
          <p:cNvPr name="TextBox 256" id="256"/>
          <p:cNvSpPr txBox="true"/>
          <p:nvPr/>
        </p:nvSpPr>
        <p:spPr>
          <a:xfrm rot="0">
            <a:off x="10196576" y="1958305"/>
            <a:ext cx="252958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1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3 tarefas</a:t>
            </a:r>
          </a:p>
        </p:txBody>
      </p:sp>
      <p:grpSp>
        <p:nvGrpSpPr>
          <p:cNvPr name="Group 257" id="257"/>
          <p:cNvGrpSpPr/>
          <p:nvPr/>
        </p:nvGrpSpPr>
        <p:grpSpPr>
          <a:xfrm rot="0">
            <a:off x="13354351" y="5676872"/>
            <a:ext cx="2380992" cy="224086"/>
            <a:chOff x="0" y="0"/>
            <a:chExt cx="3174656" cy="298781"/>
          </a:xfrm>
        </p:grpSpPr>
        <p:sp>
          <p:nvSpPr>
            <p:cNvPr name="TextBox 258" id="258"/>
            <p:cNvSpPr txBox="true"/>
            <p:nvPr/>
          </p:nvSpPr>
          <p:spPr>
            <a:xfrm rot="0">
              <a:off x="0" y="-28575"/>
              <a:ext cx="275232" cy="311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003DA8"/>
                  </a:solidFill>
                  <a:latin typeface="Inter"/>
                  <a:ea typeface="Inter"/>
                  <a:cs typeface="Inter"/>
                  <a:sym typeface="Inter"/>
                </a:rPr>
                <a:t>+</a:t>
              </a:r>
            </a:p>
          </p:txBody>
        </p:sp>
        <p:sp>
          <p:nvSpPr>
            <p:cNvPr name="TextBox 259" id="259"/>
            <p:cNvSpPr txBox="true"/>
            <p:nvPr/>
          </p:nvSpPr>
          <p:spPr>
            <a:xfrm rot="0">
              <a:off x="240919" y="-12581"/>
              <a:ext cx="2933737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</a:pPr>
              <a:r>
                <a:rPr lang="en-US" sz="1399">
                  <a:solidFill>
                    <a:srgbClr val="003DA8"/>
                  </a:solidFill>
                  <a:latin typeface="Inter"/>
                  <a:ea typeface="Inter"/>
                  <a:cs typeface="Inter"/>
                  <a:sym typeface="Inter"/>
                </a:rPr>
                <a:t>Adicionar tarefa</a:t>
              </a:r>
            </a:p>
          </p:txBody>
        </p:sp>
      </p:grpSp>
      <p:sp>
        <p:nvSpPr>
          <p:cNvPr name="TextBox 260" id="260"/>
          <p:cNvSpPr txBox="true"/>
          <p:nvPr/>
        </p:nvSpPr>
        <p:spPr>
          <a:xfrm rot="0">
            <a:off x="13354351" y="1895968"/>
            <a:ext cx="363273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Concluídas</a:t>
            </a:r>
          </a:p>
        </p:txBody>
      </p:sp>
      <p:sp>
        <p:nvSpPr>
          <p:cNvPr name="TextBox 261" id="261"/>
          <p:cNvSpPr txBox="true"/>
          <p:nvPr/>
        </p:nvSpPr>
        <p:spPr>
          <a:xfrm rot="0">
            <a:off x="14867346" y="1941193"/>
            <a:ext cx="252958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1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3 tarefas</a:t>
            </a:r>
          </a:p>
        </p:txBody>
      </p:sp>
      <p:sp>
        <p:nvSpPr>
          <p:cNvPr name="TextBox 262" id="262"/>
          <p:cNvSpPr txBox="true"/>
          <p:nvPr/>
        </p:nvSpPr>
        <p:spPr>
          <a:xfrm rot="0">
            <a:off x="4355698" y="8591106"/>
            <a:ext cx="48109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</a:pPr>
            <a:r>
              <a:rPr lang="en-US" sz="1400">
                <a:solidFill>
                  <a:srgbClr val="1661D2"/>
                </a:solidFill>
                <a:latin typeface="Inter"/>
                <a:ea typeface="Inter"/>
                <a:cs typeface="Inter"/>
                <a:sym typeface="Inter"/>
              </a:rPr>
              <a:t>12 jun</a:t>
            </a:r>
          </a:p>
        </p:txBody>
      </p:sp>
      <p:sp>
        <p:nvSpPr>
          <p:cNvPr name="Freeform 263" id="263"/>
          <p:cNvSpPr/>
          <p:nvPr/>
        </p:nvSpPr>
        <p:spPr>
          <a:xfrm flipH="false" flipV="false" rot="0">
            <a:off x="467147" y="41364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4" id="264"/>
          <p:cNvSpPr/>
          <p:nvPr/>
        </p:nvSpPr>
        <p:spPr>
          <a:xfrm flipH="false" flipV="false" rot="0">
            <a:off x="467147" y="47460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3396704" y="3600450"/>
            <a:ext cx="10287000" cy="3086100"/>
            <a:chOff x="0" y="0"/>
            <a:chExt cx="270933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812800"/>
            </a:xfrm>
            <a:custGeom>
              <a:avLst/>
              <a:gdLst/>
              <a:ahLst/>
              <a:cxnLst/>
              <a:rect r="r" b="b" t="t" l="l"/>
              <a:pathLst>
                <a:path h="81280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3DA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09333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85800" y="476250"/>
            <a:ext cx="1410816" cy="594282"/>
          </a:xfrm>
          <a:custGeom>
            <a:avLst/>
            <a:gdLst/>
            <a:ahLst/>
            <a:cxnLst/>
            <a:rect r="r" b="b" t="t" l="l"/>
            <a:pathLst>
              <a:path h="594282" w="1410816">
                <a:moveTo>
                  <a:pt x="0" y="0"/>
                </a:moveTo>
                <a:lnTo>
                  <a:pt x="1410816" y="0"/>
                </a:lnTo>
                <a:lnTo>
                  <a:pt x="1410816" y="594282"/>
                </a:lnTo>
                <a:lnTo>
                  <a:pt x="0" y="594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206" t="-133282" r="-29892" b="-15153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8046" y="2793452"/>
            <a:ext cx="2857500" cy="476250"/>
            <a:chOff x="0" y="0"/>
            <a:chExt cx="752593" cy="1254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2593" cy="125432"/>
            </a:xfrm>
            <a:custGeom>
              <a:avLst/>
              <a:gdLst/>
              <a:ahLst/>
              <a:cxnLst/>
              <a:rect r="r" b="b" t="t" l="l"/>
              <a:pathLst>
                <a:path h="125432" w="752593">
                  <a:moveTo>
                    <a:pt x="21675" y="0"/>
                  </a:moveTo>
                  <a:lnTo>
                    <a:pt x="730918" y="0"/>
                  </a:lnTo>
                  <a:cubicBezTo>
                    <a:pt x="742889" y="0"/>
                    <a:pt x="752593" y="9704"/>
                    <a:pt x="752593" y="21675"/>
                  </a:cubicBezTo>
                  <a:lnTo>
                    <a:pt x="752593" y="103757"/>
                  </a:lnTo>
                  <a:cubicBezTo>
                    <a:pt x="752593" y="109506"/>
                    <a:pt x="750309" y="115019"/>
                    <a:pt x="746244" y="119084"/>
                  </a:cubicBezTo>
                  <a:cubicBezTo>
                    <a:pt x="742179" y="123149"/>
                    <a:pt x="736666" y="125432"/>
                    <a:pt x="730918" y="125432"/>
                  </a:cubicBezTo>
                  <a:lnTo>
                    <a:pt x="21675" y="125432"/>
                  </a:lnTo>
                  <a:cubicBezTo>
                    <a:pt x="9704" y="125432"/>
                    <a:pt x="0" y="115728"/>
                    <a:pt x="0" y="103757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E4EEFA">
                <a:alpha val="1176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752593" cy="18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3766382" y="1447187"/>
            <a:ext cx="866515" cy="0"/>
          </a:xfrm>
          <a:prstGeom prst="line">
            <a:avLst/>
          </a:prstGeom>
          <a:ln cap="rnd" w="19050">
            <a:solidFill>
              <a:srgbClr val="003DA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-5400000">
            <a:off x="3539052" y="1925128"/>
            <a:ext cx="5606853" cy="5152750"/>
            <a:chOff x="0" y="0"/>
            <a:chExt cx="1476672" cy="13570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6672" cy="1357075"/>
            </a:xfrm>
            <a:custGeom>
              <a:avLst/>
              <a:gdLst/>
              <a:ahLst/>
              <a:cxnLst/>
              <a:rect r="r" b="b" t="t" l="l"/>
              <a:pathLst>
                <a:path h="1357075" w="1476672">
                  <a:moveTo>
                    <a:pt x="11046" y="0"/>
                  </a:moveTo>
                  <a:lnTo>
                    <a:pt x="1465626" y="0"/>
                  </a:lnTo>
                  <a:cubicBezTo>
                    <a:pt x="1468556" y="0"/>
                    <a:pt x="1471365" y="1164"/>
                    <a:pt x="1473437" y="3235"/>
                  </a:cubicBezTo>
                  <a:cubicBezTo>
                    <a:pt x="1475508" y="5307"/>
                    <a:pt x="1476672" y="8117"/>
                    <a:pt x="1476672" y="11046"/>
                  </a:cubicBezTo>
                  <a:lnTo>
                    <a:pt x="1476672" y="1346029"/>
                  </a:lnTo>
                  <a:cubicBezTo>
                    <a:pt x="1476672" y="1348959"/>
                    <a:pt x="1475508" y="1351768"/>
                    <a:pt x="1473437" y="1353840"/>
                  </a:cubicBezTo>
                  <a:cubicBezTo>
                    <a:pt x="1471365" y="1355912"/>
                    <a:pt x="1468556" y="1357075"/>
                    <a:pt x="1465626" y="1357075"/>
                  </a:cubicBezTo>
                  <a:lnTo>
                    <a:pt x="11046" y="1357075"/>
                  </a:lnTo>
                  <a:cubicBezTo>
                    <a:pt x="8117" y="1357075"/>
                    <a:pt x="5307" y="1355912"/>
                    <a:pt x="3235" y="1353840"/>
                  </a:cubicBezTo>
                  <a:cubicBezTo>
                    <a:pt x="1164" y="1351768"/>
                    <a:pt x="0" y="1348959"/>
                    <a:pt x="0" y="1346029"/>
                  </a:cubicBezTo>
                  <a:lnTo>
                    <a:pt x="0" y="11046"/>
                  </a:lnTo>
                  <a:cubicBezTo>
                    <a:pt x="0" y="8117"/>
                    <a:pt x="1164" y="5307"/>
                    <a:pt x="3235" y="3235"/>
                  </a:cubicBezTo>
                  <a:cubicBezTo>
                    <a:pt x="5307" y="1164"/>
                    <a:pt x="8117" y="0"/>
                    <a:pt x="110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476672" cy="1414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38467" y="552344"/>
            <a:ext cx="1163733" cy="526975"/>
            <a:chOff x="0" y="0"/>
            <a:chExt cx="1551644" cy="70263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702633" cy="702633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3DA8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81280" lIns="81280" bIns="81280" rIns="8128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6842" y="46842"/>
              <a:ext cx="608949" cy="608949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9850" r="0" b="-9850"/>
                </a:stretch>
              </a:blip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851755" y="-14191"/>
              <a:ext cx="492758" cy="476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5"/>
                </a:lnSpc>
              </a:pPr>
              <a:r>
                <a:rPr lang="en-US" sz="218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Isa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51755" y="401716"/>
              <a:ext cx="699888" cy="253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3"/>
                </a:lnSpc>
              </a:pPr>
              <a:r>
                <a:rPr lang="en-US" sz="1152">
                  <a:solidFill>
                    <a:srgbClr val="003DA8"/>
                  </a:solidFill>
                  <a:latin typeface="Inter"/>
                  <a:ea typeface="Inter"/>
                  <a:cs typeface="Inter"/>
                  <a:sym typeface="Inter"/>
                </a:rPr>
                <a:t>Nível 12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928483" y="1461067"/>
            <a:ext cx="3086100" cy="237010"/>
            <a:chOff x="0" y="0"/>
            <a:chExt cx="812800" cy="624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62422"/>
            </a:xfrm>
            <a:custGeom>
              <a:avLst/>
              <a:gdLst/>
              <a:ahLst/>
              <a:cxnLst/>
              <a:rect r="r" b="b" t="t" l="l"/>
              <a:pathLst>
                <a:path h="6242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62422"/>
                  </a:lnTo>
                  <a:lnTo>
                    <a:pt x="0" y="62422"/>
                  </a:lnTo>
                  <a:close/>
                </a:path>
              </a:pathLst>
            </a:custGeom>
            <a:solidFill>
              <a:srgbClr val="F5F6F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12800" cy="119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00000">
            <a:off x="4626266" y="7426588"/>
            <a:ext cx="1524000" cy="3244324"/>
            <a:chOff x="0" y="0"/>
            <a:chExt cx="400654" cy="85292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0654" cy="852921"/>
            </a:xfrm>
            <a:custGeom>
              <a:avLst/>
              <a:gdLst/>
              <a:ahLst/>
              <a:cxnLst/>
              <a:rect r="r" b="b" t="t" l="l"/>
              <a:pathLst>
                <a:path h="852921" w="400654">
                  <a:moveTo>
                    <a:pt x="40640" y="0"/>
                  </a:moveTo>
                  <a:lnTo>
                    <a:pt x="360014" y="0"/>
                  </a:lnTo>
                  <a:cubicBezTo>
                    <a:pt x="382459" y="0"/>
                    <a:pt x="400654" y="18195"/>
                    <a:pt x="400654" y="40640"/>
                  </a:cubicBezTo>
                  <a:lnTo>
                    <a:pt x="400654" y="812281"/>
                  </a:lnTo>
                  <a:cubicBezTo>
                    <a:pt x="400654" y="823059"/>
                    <a:pt x="396372" y="833396"/>
                    <a:pt x="388751" y="841018"/>
                  </a:cubicBezTo>
                  <a:cubicBezTo>
                    <a:pt x="381129" y="848639"/>
                    <a:pt x="370792" y="852921"/>
                    <a:pt x="360014" y="852921"/>
                  </a:cubicBezTo>
                  <a:lnTo>
                    <a:pt x="40640" y="852921"/>
                  </a:lnTo>
                  <a:cubicBezTo>
                    <a:pt x="29862" y="852921"/>
                    <a:pt x="19525" y="848639"/>
                    <a:pt x="11903" y="841018"/>
                  </a:cubicBezTo>
                  <a:cubicBezTo>
                    <a:pt x="4282" y="833396"/>
                    <a:pt x="0" y="823059"/>
                    <a:pt x="0" y="812281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400654" cy="91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8156854" y="7426588"/>
            <a:ext cx="1524000" cy="3244324"/>
            <a:chOff x="0" y="0"/>
            <a:chExt cx="400654" cy="8529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0654" cy="852921"/>
            </a:xfrm>
            <a:custGeom>
              <a:avLst/>
              <a:gdLst/>
              <a:ahLst/>
              <a:cxnLst/>
              <a:rect r="r" b="b" t="t" l="l"/>
              <a:pathLst>
                <a:path h="852921" w="400654">
                  <a:moveTo>
                    <a:pt x="40640" y="0"/>
                  </a:moveTo>
                  <a:lnTo>
                    <a:pt x="360014" y="0"/>
                  </a:lnTo>
                  <a:cubicBezTo>
                    <a:pt x="382459" y="0"/>
                    <a:pt x="400654" y="18195"/>
                    <a:pt x="400654" y="40640"/>
                  </a:cubicBezTo>
                  <a:lnTo>
                    <a:pt x="400654" y="812281"/>
                  </a:lnTo>
                  <a:cubicBezTo>
                    <a:pt x="400654" y="823059"/>
                    <a:pt x="396372" y="833396"/>
                    <a:pt x="388751" y="841018"/>
                  </a:cubicBezTo>
                  <a:cubicBezTo>
                    <a:pt x="381129" y="848639"/>
                    <a:pt x="370792" y="852921"/>
                    <a:pt x="360014" y="852921"/>
                  </a:cubicBezTo>
                  <a:lnTo>
                    <a:pt x="40640" y="852921"/>
                  </a:lnTo>
                  <a:cubicBezTo>
                    <a:pt x="29862" y="852921"/>
                    <a:pt x="19525" y="848639"/>
                    <a:pt x="11903" y="841018"/>
                  </a:cubicBezTo>
                  <a:cubicBezTo>
                    <a:pt x="4282" y="833396"/>
                    <a:pt x="0" y="823059"/>
                    <a:pt x="0" y="812281"/>
                  </a:cubicBezTo>
                  <a:lnTo>
                    <a:pt x="0" y="40640"/>
                  </a:lnTo>
                  <a:cubicBezTo>
                    <a:pt x="0" y="18195"/>
                    <a:pt x="18195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400654" cy="91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11740627" y="7471673"/>
            <a:ext cx="1524000" cy="3244324"/>
            <a:chOff x="0" y="0"/>
            <a:chExt cx="400654" cy="85292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0654" cy="852921"/>
            </a:xfrm>
            <a:custGeom>
              <a:avLst/>
              <a:gdLst/>
              <a:ahLst/>
              <a:cxnLst/>
              <a:rect r="r" b="b" t="t" l="l"/>
              <a:pathLst>
                <a:path h="852921" w="400654">
                  <a:moveTo>
                    <a:pt x="40640" y="0"/>
                  </a:moveTo>
                  <a:lnTo>
                    <a:pt x="360014" y="0"/>
                  </a:lnTo>
                  <a:cubicBezTo>
                    <a:pt x="382459" y="0"/>
                    <a:pt x="400654" y="18195"/>
                    <a:pt x="400654" y="40640"/>
                  </a:cubicBezTo>
                  <a:lnTo>
                    <a:pt x="400654" y="812281"/>
                  </a:lnTo>
                  <a:cubicBezTo>
                    <a:pt x="400654" y="823059"/>
                    <a:pt x="396372" y="833396"/>
                    <a:pt x="388751" y="841018"/>
                  </a:cubicBezTo>
                  <a:cubicBezTo>
                    <a:pt x="381129" y="848639"/>
                    <a:pt x="370792" y="852921"/>
                    <a:pt x="360014" y="852921"/>
                  </a:cubicBezTo>
                  <a:lnTo>
                    <a:pt x="40640" y="852921"/>
                  </a:lnTo>
                  <a:cubicBezTo>
                    <a:pt x="29862" y="852921"/>
                    <a:pt x="19525" y="848639"/>
                    <a:pt x="11903" y="841018"/>
                  </a:cubicBezTo>
                  <a:cubicBezTo>
                    <a:pt x="4282" y="833396"/>
                    <a:pt x="0" y="823059"/>
                    <a:pt x="0" y="812281"/>
                  </a:cubicBezTo>
                  <a:lnTo>
                    <a:pt x="0" y="40640"/>
                  </a:lnTo>
                  <a:cubicBezTo>
                    <a:pt x="0" y="29862"/>
                    <a:pt x="4282" y="19525"/>
                    <a:pt x="11903" y="11903"/>
                  </a:cubicBezTo>
                  <a:cubicBezTo>
                    <a:pt x="19525" y="4282"/>
                    <a:pt x="29862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400654" cy="91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5400000">
            <a:off x="15218030" y="7426588"/>
            <a:ext cx="1524000" cy="3244324"/>
            <a:chOff x="0" y="0"/>
            <a:chExt cx="400654" cy="85292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0654" cy="852921"/>
            </a:xfrm>
            <a:custGeom>
              <a:avLst/>
              <a:gdLst/>
              <a:ahLst/>
              <a:cxnLst/>
              <a:rect r="r" b="b" t="t" l="l"/>
              <a:pathLst>
                <a:path h="852921" w="400654">
                  <a:moveTo>
                    <a:pt x="40640" y="0"/>
                  </a:moveTo>
                  <a:lnTo>
                    <a:pt x="360014" y="0"/>
                  </a:lnTo>
                  <a:cubicBezTo>
                    <a:pt x="382459" y="0"/>
                    <a:pt x="400654" y="18195"/>
                    <a:pt x="400654" y="40640"/>
                  </a:cubicBezTo>
                  <a:lnTo>
                    <a:pt x="400654" y="812281"/>
                  </a:lnTo>
                  <a:cubicBezTo>
                    <a:pt x="400654" y="823059"/>
                    <a:pt x="396372" y="833396"/>
                    <a:pt x="388751" y="841018"/>
                  </a:cubicBezTo>
                  <a:cubicBezTo>
                    <a:pt x="381129" y="848639"/>
                    <a:pt x="370792" y="852921"/>
                    <a:pt x="360014" y="852921"/>
                  </a:cubicBezTo>
                  <a:lnTo>
                    <a:pt x="40640" y="852921"/>
                  </a:lnTo>
                  <a:cubicBezTo>
                    <a:pt x="29862" y="852921"/>
                    <a:pt x="19525" y="848639"/>
                    <a:pt x="11903" y="841018"/>
                  </a:cubicBezTo>
                  <a:cubicBezTo>
                    <a:pt x="4282" y="833396"/>
                    <a:pt x="0" y="823059"/>
                    <a:pt x="0" y="812281"/>
                  </a:cubicBezTo>
                  <a:lnTo>
                    <a:pt x="0" y="40640"/>
                  </a:lnTo>
                  <a:cubicBezTo>
                    <a:pt x="0" y="29862"/>
                    <a:pt x="4282" y="19525"/>
                    <a:pt x="11903" y="11903"/>
                  </a:cubicBezTo>
                  <a:cubicBezTo>
                    <a:pt x="19525" y="4282"/>
                    <a:pt x="29862" y="0"/>
                    <a:pt x="40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400654" cy="910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5400000">
            <a:off x="8032329" y="2879341"/>
            <a:ext cx="5606853" cy="3244324"/>
            <a:chOff x="0" y="0"/>
            <a:chExt cx="1476672" cy="8544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76672" cy="854455"/>
            </a:xfrm>
            <a:custGeom>
              <a:avLst/>
              <a:gdLst/>
              <a:ahLst/>
              <a:cxnLst/>
              <a:rect r="r" b="b" t="t" l="l"/>
              <a:pathLst>
                <a:path h="854455" w="1476672">
                  <a:moveTo>
                    <a:pt x="11046" y="0"/>
                  </a:moveTo>
                  <a:lnTo>
                    <a:pt x="1465626" y="0"/>
                  </a:lnTo>
                  <a:cubicBezTo>
                    <a:pt x="1468556" y="0"/>
                    <a:pt x="1471365" y="1164"/>
                    <a:pt x="1473437" y="3235"/>
                  </a:cubicBezTo>
                  <a:cubicBezTo>
                    <a:pt x="1475508" y="5307"/>
                    <a:pt x="1476672" y="8117"/>
                    <a:pt x="1476672" y="11046"/>
                  </a:cubicBezTo>
                  <a:lnTo>
                    <a:pt x="1476672" y="843409"/>
                  </a:lnTo>
                  <a:cubicBezTo>
                    <a:pt x="1476672" y="846338"/>
                    <a:pt x="1475508" y="849148"/>
                    <a:pt x="1473437" y="851220"/>
                  </a:cubicBezTo>
                  <a:cubicBezTo>
                    <a:pt x="1471365" y="853291"/>
                    <a:pt x="1468556" y="854455"/>
                    <a:pt x="1465626" y="854455"/>
                  </a:cubicBezTo>
                  <a:lnTo>
                    <a:pt x="11046" y="854455"/>
                  </a:lnTo>
                  <a:cubicBezTo>
                    <a:pt x="8117" y="854455"/>
                    <a:pt x="5307" y="853291"/>
                    <a:pt x="3235" y="851220"/>
                  </a:cubicBezTo>
                  <a:cubicBezTo>
                    <a:pt x="1164" y="849148"/>
                    <a:pt x="0" y="846338"/>
                    <a:pt x="0" y="843409"/>
                  </a:cubicBezTo>
                  <a:lnTo>
                    <a:pt x="0" y="11046"/>
                  </a:lnTo>
                  <a:cubicBezTo>
                    <a:pt x="0" y="8117"/>
                    <a:pt x="1164" y="5307"/>
                    <a:pt x="3235" y="3235"/>
                  </a:cubicBezTo>
                  <a:cubicBezTo>
                    <a:pt x="5307" y="1164"/>
                    <a:pt x="8117" y="0"/>
                    <a:pt x="110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476672" cy="911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5400000">
            <a:off x="12373998" y="2076736"/>
            <a:ext cx="5606853" cy="4849536"/>
            <a:chOff x="0" y="0"/>
            <a:chExt cx="1476672" cy="127721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76672" cy="1277218"/>
            </a:xfrm>
            <a:custGeom>
              <a:avLst/>
              <a:gdLst/>
              <a:ahLst/>
              <a:cxnLst/>
              <a:rect r="r" b="b" t="t" l="l"/>
              <a:pathLst>
                <a:path h="1277218" w="1476672">
                  <a:moveTo>
                    <a:pt x="11046" y="0"/>
                  </a:moveTo>
                  <a:lnTo>
                    <a:pt x="1465626" y="0"/>
                  </a:lnTo>
                  <a:cubicBezTo>
                    <a:pt x="1468556" y="0"/>
                    <a:pt x="1471365" y="1164"/>
                    <a:pt x="1473437" y="3235"/>
                  </a:cubicBezTo>
                  <a:cubicBezTo>
                    <a:pt x="1475508" y="5307"/>
                    <a:pt x="1476672" y="8117"/>
                    <a:pt x="1476672" y="11046"/>
                  </a:cubicBezTo>
                  <a:lnTo>
                    <a:pt x="1476672" y="1266172"/>
                  </a:lnTo>
                  <a:cubicBezTo>
                    <a:pt x="1476672" y="1269102"/>
                    <a:pt x="1475508" y="1271911"/>
                    <a:pt x="1473437" y="1273983"/>
                  </a:cubicBezTo>
                  <a:cubicBezTo>
                    <a:pt x="1471365" y="1276054"/>
                    <a:pt x="1468556" y="1277218"/>
                    <a:pt x="1465626" y="1277218"/>
                  </a:cubicBezTo>
                  <a:lnTo>
                    <a:pt x="11046" y="1277218"/>
                  </a:lnTo>
                  <a:cubicBezTo>
                    <a:pt x="8117" y="1277218"/>
                    <a:pt x="5307" y="1276054"/>
                    <a:pt x="3235" y="1273983"/>
                  </a:cubicBezTo>
                  <a:cubicBezTo>
                    <a:pt x="1164" y="1271911"/>
                    <a:pt x="0" y="1269102"/>
                    <a:pt x="0" y="1266172"/>
                  </a:cubicBezTo>
                  <a:lnTo>
                    <a:pt x="0" y="11046"/>
                  </a:lnTo>
                  <a:cubicBezTo>
                    <a:pt x="0" y="8117"/>
                    <a:pt x="1164" y="5307"/>
                    <a:pt x="3235" y="3235"/>
                  </a:cubicBezTo>
                  <a:cubicBezTo>
                    <a:pt x="5307" y="1164"/>
                    <a:pt x="8117" y="0"/>
                    <a:pt x="110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476672" cy="1334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150506" y="8636338"/>
            <a:ext cx="2475520" cy="881974"/>
            <a:chOff x="0" y="0"/>
            <a:chExt cx="3300693" cy="117596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36092" cy="1175965"/>
            </a:xfrm>
            <a:custGeom>
              <a:avLst/>
              <a:gdLst/>
              <a:ahLst/>
              <a:cxnLst/>
              <a:rect r="r" b="b" t="t" l="l"/>
              <a:pathLst>
                <a:path h="1175965" w="1036092">
                  <a:moveTo>
                    <a:pt x="0" y="0"/>
                  </a:moveTo>
                  <a:lnTo>
                    <a:pt x="1036092" y="0"/>
                  </a:lnTo>
                  <a:lnTo>
                    <a:pt x="1036092" y="1175965"/>
                  </a:lnTo>
                  <a:lnTo>
                    <a:pt x="0" y="1175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1427263" y="228996"/>
              <a:ext cx="187343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strike="noStrike" u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Fone de ouvido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427263" y="609996"/>
              <a:ext cx="187343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6.000 pts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7778426" y="8919901"/>
            <a:ext cx="1047750" cy="403671"/>
          </a:xfrm>
          <a:custGeom>
            <a:avLst/>
            <a:gdLst/>
            <a:ahLst/>
            <a:cxnLst/>
            <a:rect r="r" b="b" t="t" l="l"/>
            <a:pathLst>
              <a:path h="403671" w="1047750">
                <a:moveTo>
                  <a:pt x="0" y="0"/>
                </a:moveTo>
                <a:lnTo>
                  <a:pt x="1047750" y="0"/>
                </a:lnTo>
                <a:lnTo>
                  <a:pt x="1047750" y="403671"/>
                </a:lnTo>
                <a:lnTo>
                  <a:pt x="0" y="403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826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1251061" y="8815387"/>
            <a:ext cx="846667" cy="523875"/>
          </a:xfrm>
          <a:custGeom>
            <a:avLst/>
            <a:gdLst/>
            <a:ahLst/>
            <a:cxnLst/>
            <a:rect r="r" b="b" t="t" l="l"/>
            <a:pathLst>
              <a:path h="523875" w="846667">
                <a:moveTo>
                  <a:pt x="0" y="0"/>
                </a:moveTo>
                <a:lnTo>
                  <a:pt x="846667" y="0"/>
                </a:lnTo>
                <a:lnTo>
                  <a:pt x="846667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4945972" y="8615363"/>
            <a:ext cx="558216" cy="866775"/>
          </a:xfrm>
          <a:custGeom>
            <a:avLst/>
            <a:gdLst/>
            <a:ahLst/>
            <a:cxnLst/>
            <a:rect r="r" b="b" t="t" l="l"/>
            <a:pathLst>
              <a:path h="866775" w="558216">
                <a:moveTo>
                  <a:pt x="0" y="0"/>
                </a:moveTo>
                <a:lnTo>
                  <a:pt x="558217" y="0"/>
                </a:lnTo>
                <a:lnTo>
                  <a:pt x="558217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1053" t="-23421" r="-46601" b="-16751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471212" y="29172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470092" y="23076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477659" y="1688552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467147" y="35268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467147" y="41364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467147" y="474607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653291" y="3050748"/>
            <a:ext cx="5383637" cy="3841947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653291" y="6350386"/>
            <a:ext cx="5383637" cy="1031864"/>
          </a:xfrm>
          <a:prstGeom prst="rect">
            <a:avLst/>
          </a:prstGeom>
        </p:spPr>
      </p:pic>
      <p:sp>
        <p:nvSpPr>
          <p:cNvPr name="Freeform 57" id="57"/>
          <p:cNvSpPr/>
          <p:nvPr/>
        </p:nvSpPr>
        <p:spPr>
          <a:xfrm flipH="false" flipV="false" rot="0">
            <a:off x="15670924" y="649144"/>
            <a:ext cx="333375" cy="333375"/>
          </a:xfrm>
          <a:custGeom>
            <a:avLst/>
            <a:gdLst/>
            <a:ahLst/>
            <a:cxnLst/>
            <a:rect r="r" b="b" t="t" l="l"/>
            <a:pathLst>
              <a:path h="333375" w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pic>
        <p:nvPicPr>
          <p:cNvPr name="Picture 58" id="5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-10800000">
            <a:off x="9359070" y="3352835"/>
            <a:ext cx="2953372" cy="2953372"/>
          </a:xfrm>
          <a:prstGeom prst="rect">
            <a:avLst/>
          </a:prstGeom>
        </p:spPr>
      </p:pic>
      <p:sp>
        <p:nvSpPr>
          <p:cNvPr name="Freeform 59" id="59"/>
          <p:cNvSpPr/>
          <p:nvPr/>
        </p:nvSpPr>
        <p:spPr>
          <a:xfrm flipH="false" flipV="false" rot="0">
            <a:off x="10337520" y="4234208"/>
            <a:ext cx="1013114" cy="1190625"/>
          </a:xfrm>
          <a:custGeom>
            <a:avLst/>
            <a:gdLst/>
            <a:ahLst/>
            <a:cxnLst/>
            <a:rect r="r" b="b" t="t" l="l"/>
            <a:pathLst>
              <a:path h="1190625" w="1013114">
                <a:moveTo>
                  <a:pt x="0" y="0"/>
                </a:moveTo>
                <a:lnTo>
                  <a:pt x="1013114" y="0"/>
                </a:lnTo>
                <a:lnTo>
                  <a:pt x="1013114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3144046" y="3904024"/>
            <a:ext cx="543380" cy="731605"/>
          </a:xfrm>
          <a:custGeom>
            <a:avLst/>
            <a:gdLst/>
            <a:ahLst/>
            <a:cxnLst/>
            <a:rect r="r" b="b" t="t" l="l"/>
            <a:pathLst>
              <a:path h="731605" w="543380">
                <a:moveTo>
                  <a:pt x="0" y="0"/>
                </a:moveTo>
                <a:lnTo>
                  <a:pt x="543380" y="0"/>
                </a:lnTo>
                <a:lnTo>
                  <a:pt x="543380" y="731606"/>
                </a:lnTo>
                <a:lnTo>
                  <a:pt x="0" y="73160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1281" t="-2833" r="-21281" b="-3051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3144046" y="3904024"/>
            <a:ext cx="554618" cy="751032"/>
          </a:xfrm>
          <a:custGeom>
            <a:avLst/>
            <a:gdLst/>
            <a:ahLst/>
            <a:cxnLst/>
            <a:rect r="r" b="b" t="t" l="l"/>
            <a:pathLst>
              <a:path h="751032" w="554618">
                <a:moveTo>
                  <a:pt x="0" y="0"/>
                </a:moveTo>
                <a:lnTo>
                  <a:pt x="554618" y="0"/>
                </a:lnTo>
                <a:lnTo>
                  <a:pt x="554618" y="751032"/>
                </a:lnTo>
                <a:lnTo>
                  <a:pt x="0" y="75103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21398" t="-2337" r="-20796" b="-267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2" id="62"/>
          <p:cNvGrpSpPr/>
          <p:nvPr/>
        </p:nvGrpSpPr>
        <p:grpSpPr>
          <a:xfrm rot="0">
            <a:off x="13143717" y="2656104"/>
            <a:ext cx="4067958" cy="730069"/>
            <a:chOff x="0" y="0"/>
            <a:chExt cx="5423943" cy="97342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9651" cy="973426"/>
            </a:xfrm>
            <a:custGeom>
              <a:avLst/>
              <a:gdLst/>
              <a:ahLst/>
              <a:cxnLst/>
              <a:rect r="r" b="b" t="t" l="l"/>
              <a:pathLst>
                <a:path h="973426" w="719651">
                  <a:moveTo>
                    <a:pt x="0" y="0"/>
                  </a:moveTo>
                  <a:lnTo>
                    <a:pt x="719651" y="0"/>
                  </a:lnTo>
                  <a:lnTo>
                    <a:pt x="719651" y="973426"/>
                  </a:lnTo>
                  <a:lnTo>
                    <a:pt x="0" y="973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20381" t="-2460" r="-20797" b="-191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 rot="0">
              <a:off x="916233" y="91999"/>
              <a:ext cx="3199504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Primeira semana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916233" y="531966"/>
              <a:ext cx="4507710" cy="311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</a:pPr>
              <a:r>
                <a:rPr lang="en-US" sz="1400">
                  <a:solidFill>
                    <a:srgbClr val="B4B4B4"/>
                  </a:solidFill>
                  <a:latin typeface="Inter"/>
                  <a:ea typeface="Inter"/>
                  <a:cs typeface="Inter"/>
                  <a:sym typeface="Inter"/>
                </a:rPr>
                <a:t>Estude por 7 dias seguidos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4371771" y="316745"/>
              <a:ext cx="1052172" cy="311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30A700"/>
                  </a:solidFill>
                  <a:latin typeface="Inter"/>
                  <a:ea typeface="Inter"/>
                  <a:cs typeface="Inter"/>
                  <a:sym typeface="Inter"/>
                </a:rPr>
                <a:t>+200 pts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3144046" y="5143500"/>
            <a:ext cx="543380" cy="731605"/>
          </a:xfrm>
          <a:custGeom>
            <a:avLst/>
            <a:gdLst/>
            <a:ahLst/>
            <a:cxnLst/>
            <a:rect r="r" b="b" t="t" l="l"/>
            <a:pathLst>
              <a:path h="731605" w="543380">
                <a:moveTo>
                  <a:pt x="0" y="0"/>
                </a:moveTo>
                <a:lnTo>
                  <a:pt x="543380" y="0"/>
                </a:lnTo>
                <a:lnTo>
                  <a:pt x="543380" y="731605"/>
                </a:lnTo>
                <a:lnTo>
                  <a:pt x="0" y="7316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1281" t="-2833" r="-21281" b="-3051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3987106" y="649144"/>
            <a:ext cx="226429" cy="333375"/>
          </a:xfrm>
          <a:custGeom>
            <a:avLst/>
            <a:gdLst/>
            <a:ahLst/>
            <a:cxnLst/>
            <a:rect r="r" b="b" t="t" l="l"/>
            <a:pathLst>
              <a:path h="333375" w="226429">
                <a:moveTo>
                  <a:pt x="0" y="0"/>
                </a:moveTo>
                <a:lnTo>
                  <a:pt x="226430" y="0"/>
                </a:lnTo>
                <a:lnTo>
                  <a:pt x="226430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28193" t="-3079" r="-28184" b="-3133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3143717" y="1930299"/>
            <a:ext cx="251591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Conquistas recentes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101927" y="1930299"/>
            <a:ext cx="251591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Tempo de estudo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25716" y="22695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Tarefas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25716" y="28791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Estudos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831520" y="16599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Início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25716" y="34887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Recompensas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25716" y="40983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Desempenho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31520" y="4707977"/>
            <a:ext cx="19887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3F4F0"/>
                </a:solidFill>
                <a:latin typeface="Inter"/>
                <a:ea typeface="Inter"/>
                <a:cs typeface="Inter"/>
                <a:sym typeface="Inter"/>
              </a:rPr>
              <a:t>Configuração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766382" y="444575"/>
            <a:ext cx="22542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Meus Estudos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766382" y="1029606"/>
            <a:ext cx="97427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3DA8"/>
                </a:solidFill>
                <a:latin typeface="Inter"/>
                <a:ea typeface="Inter"/>
                <a:cs typeface="Inter"/>
                <a:sym typeface="Inter"/>
              </a:rPr>
              <a:t>Resumo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984947" y="1032432"/>
            <a:ext cx="116825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Estatística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493707" y="1032432"/>
            <a:ext cx="123683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Conquistas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3766382" y="7743080"/>
            <a:ext cx="36327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Recompensas em destaque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112963" y="8648700"/>
            <a:ext cx="94631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Teclado mecânico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112963" y="9201150"/>
            <a:ext cx="94631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10.000 pts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2383478" y="8686800"/>
            <a:ext cx="1264345" cy="781050"/>
            <a:chOff x="0" y="0"/>
            <a:chExt cx="1685793" cy="1041399"/>
          </a:xfrm>
        </p:grpSpPr>
        <p:sp>
          <p:nvSpPr>
            <p:cNvPr name="TextBox 85" id="85"/>
            <p:cNvSpPr txBox="true"/>
            <p:nvPr/>
          </p:nvSpPr>
          <p:spPr>
            <a:xfrm rot="0">
              <a:off x="0" y="-38100"/>
              <a:ext cx="1685793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Vale presente R$50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0" y="698500"/>
              <a:ext cx="1261758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7.000 pts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5797567" y="8769985"/>
            <a:ext cx="121652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Mouse gamer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5797567" y="9055735"/>
            <a:ext cx="119066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5.000 pts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761857" y="7783085"/>
            <a:ext cx="84034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3DA8"/>
                </a:solidFill>
                <a:latin typeface="Inter"/>
                <a:ea typeface="Inter"/>
                <a:cs typeface="Inter"/>
                <a:sym typeface="Inter"/>
              </a:rPr>
              <a:t>Ver todas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101927" y="2320189"/>
            <a:ext cx="205650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Esta semana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4101927" y="2598954"/>
            <a:ext cx="1941195" cy="497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26h 45min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4101927" y="3163403"/>
            <a:ext cx="3086803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30A700"/>
                </a:solidFill>
                <a:latin typeface="Inter"/>
                <a:ea typeface="Inter"/>
                <a:cs typeface="Inter"/>
                <a:sym typeface="Inter"/>
              </a:rPr>
              <a:t>+15% </a:t>
            </a:r>
            <a:r>
              <a:rPr lang="en-US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 relação à semana passada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101927" y="6510732"/>
            <a:ext cx="169580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 semanal: 30h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6875470" y="6510732"/>
            <a:ext cx="171282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00A71B"/>
                </a:solidFill>
                <a:latin typeface="Inter"/>
                <a:ea typeface="Inter"/>
                <a:cs typeface="Inter"/>
                <a:sym typeface="Inter"/>
              </a:rPr>
              <a:t>89%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586122" y="1888577"/>
            <a:ext cx="251591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Nível atual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9586122" y="2598954"/>
            <a:ext cx="1941195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Nível 12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586122" y="3135082"/>
            <a:ext cx="205650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Focado(a)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569325" y="6245195"/>
            <a:ext cx="25159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2.450</a:t>
            </a: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/ 3.000 XP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569325" y="6659928"/>
            <a:ext cx="25159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Próximo Nível: </a:t>
            </a:r>
            <a:r>
              <a:rPr lang="en-US" sz="1600">
                <a:solidFill>
                  <a:srgbClr val="1661D2"/>
                </a:solidFill>
                <a:latin typeface="Inter"/>
                <a:ea typeface="Inter"/>
                <a:cs typeface="Inter"/>
                <a:sym typeface="Inter"/>
              </a:rPr>
              <a:t>550 XP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830621" y="3964266"/>
            <a:ext cx="2399628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Foco consistente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3830621" y="4296623"/>
            <a:ext cx="338078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Estude 20h em uma semana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6422274" y="4135207"/>
            <a:ext cx="78912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30A700"/>
                </a:solidFill>
                <a:latin typeface="Inter"/>
                <a:ea typeface="Inter"/>
                <a:cs typeface="Inter"/>
                <a:sym typeface="Inter"/>
              </a:rPr>
              <a:t>+300 pts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830621" y="5208686"/>
            <a:ext cx="2399628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Mestre do tempo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3830621" y="5541042"/>
            <a:ext cx="338078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B4B4B4"/>
                </a:solidFill>
                <a:latin typeface="Inter"/>
                <a:ea typeface="Inter"/>
                <a:cs typeface="Inter"/>
                <a:sym typeface="Inter"/>
              </a:rPr>
              <a:t>Estude 50h no total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6422274" y="5379626"/>
            <a:ext cx="78912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30A700"/>
                </a:solidFill>
                <a:latin typeface="Inter"/>
                <a:ea typeface="Inter"/>
                <a:cs typeface="Inter"/>
                <a:sym typeface="Inter"/>
              </a:rPr>
              <a:t>+500 pts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6371332" y="6713297"/>
            <a:ext cx="84034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3DA8"/>
                </a:solidFill>
                <a:latin typeface="Inter"/>
                <a:ea typeface="Inter"/>
                <a:cs typeface="Inter"/>
                <a:sym typeface="Inter"/>
              </a:rPr>
              <a:t>Ver todas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4325641" y="659939"/>
            <a:ext cx="90713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2.450 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DAHMlEX3iK4</dc:identifier>
  <dcterms:modified xsi:type="dcterms:W3CDTF">2011-08-01T06:04:30Z</dcterms:modified>
  <cp:revision>1</cp:revision>
  <dc:title>Apresentação planejamento estratégico anual moderno cinza e verde </dc:title>
</cp:coreProperties>
</file>